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sldIdLst>
    <p:sldId id="256" r:id="rId5"/>
    <p:sldId id="265" r:id="rId6"/>
    <p:sldId id="260" r:id="rId7"/>
    <p:sldId id="2146847579" r:id="rId8"/>
    <p:sldId id="258" r:id="rId9"/>
    <p:sldId id="262" r:id="rId10"/>
    <p:sldId id="2146847580" r:id="rId11"/>
    <p:sldId id="2146847581" r:id="rId12"/>
    <p:sldId id="267" r:id="rId13"/>
    <p:sldId id="272" r:id="rId14"/>
    <p:sldId id="2146847584" r:id="rId15"/>
    <p:sldId id="284" r:id="rId16"/>
    <p:sldId id="286" r:id="rId17"/>
    <p:sldId id="305" r:id="rId18"/>
    <p:sldId id="279" r:id="rId19"/>
    <p:sldId id="307" r:id="rId20"/>
    <p:sldId id="309" r:id="rId21"/>
    <p:sldId id="2146847578" r:id="rId22"/>
    <p:sldId id="2146847586" r:id="rId23"/>
    <p:sldId id="281" r:id="rId24"/>
    <p:sldId id="2146847511" r:id="rId25"/>
    <p:sldId id="2146847541" r:id="rId26"/>
    <p:sldId id="2146847549" r:id="rId27"/>
    <p:sldId id="261" r:id="rId28"/>
    <p:sldId id="2146847533" r:id="rId29"/>
  </p:sldIdLst>
  <p:sldSz cx="12192000" cy="6858000"/>
  <p:notesSz cx="7019925" cy="93059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3A608D1-7997-1037-710C-B4EDB6BE5A6B}" name="Urfels, Anton (IRRI)" initials="" userId="S::Aurfels@cgiar.org::6df5d659-92f5-48bb-b827-c29d4ac0bd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BD42"/>
    <a:srgbClr val="326670"/>
    <a:srgbClr val="8EC1CB"/>
    <a:srgbClr val="704B0F"/>
    <a:srgbClr val="FFB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FF16D-7F60-42AC-A95F-31890E24E06D}" v="93" dt="2026-09-14T19:11:56.8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52" autoAdjust="0"/>
    <p:restoredTop sz="90168" autoAdjust="0"/>
  </p:normalViewPr>
  <p:slideViewPr>
    <p:cSldViewPr>
      <p:cViewPr varScale="1">
        <p:scale>
          <a:sx n="67" d="100"/>
          <a:sy n="67" d="100"/>
        </p:scale>
        <p:origin x="7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well Mkondiwa" userId="840b722011609402" providerId="LiveId" clId="{7A1BC428-3083-42B6-9325-56CA5A7BC8E0}"/>
    <pc:docChg chg="undo custSel addSld delSld modSld">
      <pc:chgData name="Maxwell Mkondiwa" userId="840b722011609402" providerId="LiveId" clId="{7A1BC428-3083-42B6-9325-56CA5A7BC8E0}" dt="2026-09-14T19:12:38.669" v="3128" actId="114"/>
      <pc:docMkLst>
        <pc:docMk/>
      </pc:docMkLst>
      <pc:sldChg chg="addSp modSp mod">
        <pc:chgData name="Maxwell Mkondiwa" userId="840b722011609402" providerId="LiveId" clId="{7A1BC428-3083-42B6-9325-56CA5A7BC8E0}" dt="2026-09-14T19:08:01.146" v="3088" actId="14100"/>
        <pc:sldMkLst>
          <pc:docMk/>
          <pc:sldMk cId="754874661" sldId="256"/>
        </pc:sldMkLst>
        <pc:spChg chg="mod">
          <ac:chgData name="Maxwell Mkondiwa" userId="840b722011609402" providerId="LiveId" clId="{7A1BC428-3083-42B6-9325-56CA5A7BC8E0}" dt="2026-09-14T17:05:03.451" v="514" actId="14100"/>
          <ac:spMkLst>
            <pc:docMk/>
            <pc:sldMk cId="754874661" sldId="256"/>
            <ac:spMk id="2" creationId="{902187ED-5A9E-2683-8AD3-548DDF3B0CBD}"/>
          </ac:spMkLst>
        </pc:spChg>
        <pc:spChg chg="mod">
          <ac:chgData name="Maxwell Mkondiwa" userId="840b722011609402" providerId="LiveId" clId="{7A1BC428-3083-42B6-9325-56CA5A7BC8E0}" dt="2026-09-14T19:08:01.146" v="3088" actId="14100"/>
          <ac:spMkLst>
            <pc:docMk/>
            <pc:sldMk cId="754874661" sldId="256"/>
            <ac:spMk id="3" creationId="{CC7DFDDB-F973-5676-C4FC-ED6862A29181}"/>
          </ac:spMkLst>
        </pc:spChg>
        <pc:spChg chg="add mod">
          <ac:chgData name="Maxwell Mkondiwa" userId="840b722011609402" providerId="LiveId" clId="{7A1BC428-3083-42B6-9325-56CA5A7BC8E0}" dt="2026-09-14T19:07:51.728" v="3087" actId="20577"/>
          <ac:spMkLst>
            <pc:docMk/>
            <pc:sldMk cId="754874661" sldId="256"/>
            <ac:spMk id="4" creationId="{269A6E49-1FAB-D449-CBA6-CA572173231C}"/>
          </ac:spMkLst>
        </pc:spChg>
      </pc:sldChg>
      <pc:sldChg chg="addSp delSp modSp mod">
        <pc:chgData name="Maxwell Mkondiwa" userId="840b722011609402" providerId="LiveId" clId="{7A1BC428-3083-42B6-9325-56CA5A7BC8E0}" dt="2026-09-14T18:28:30.462" v="2135" actId="20577"/>
        <pc:sldMkLst>
          <pc:docMk/>
          <pc:sldMk cId="955118665" sldId="258"/>
        </pc:sldMkLst>
        <pc:spChg chg="mod">
          <ac:chgData name="Maxwell Mkondiwa" userId="840b722011609402" providerId="LiveId" clId="{7A1BC428-3083-42B6-9325-56CA5A7BC8E0}" dt="2026-09-14T18:28:30.462" v="2135" actId="20577"/>
          <ac:spMkLst>
            <pc:docMk/>
            <pc:sldMk cId="955118665" sldId="258"/>
            <ac:spMk id="2" creationId="{A0676D97-E35A-D7DB-1DC0-8E20EC264936}"/>
          </ac:spMkLst>
        </pc:spChg>
        <pc:spChg chg="add del mod">
          <ac:chgData name="Maxwell Mkondiwa" userId="840b722011609402" providerId="LiveId" clId="{7A1BC428-3083-42B6-9325-56CA5A7BC8E0}" dt="2026-09-14T18:28:20.393" v="2131" actId="478"/>
          <ac:spMkLst>
            <pc:docMk/>
            <pc:sldMk cId="955118665" sldId="258"/>
            <ac:spMk id="3" creationId="{5D0F3F40-6099-97AD-A6EF-A26E354B017F}"/>
          </ac:spMkLst>
        </pc:spChg>
        <pc:picChg chg="mod">
          <ac:chgData name="Maxwell Mkondiwa" userId="840b722011609402" providerId="LiveId" clId="{7A1BC428-3083-42B6-9325-56CA5A7BC8E0}" dt="2026-09-14T17:54:47.658" v="1250" actId="1076"/>
          <ac:picMkLst>
            <pc:docMk/>
            <pc:sldMk cId="955118665" sldId="258"/>
            <ac:picMk id="4" creationId="{1C5F490F-E394-603A-78CB-483B4540E727}"/>
          </ac:picMkLst>
        </pc:picChg>
      </pc:sldChg>
      <pc:sldChg chg="modSp mod">
        <pc:chgData name="Maxwell Mkondiwa" userId="840b722011609402" providerId="LiveId" clId="{7A1BC428-3083-42B6-9325-56CA5A7BC8E0}" dt="2026-09-14T18:28:05.039" v="2129" actId="1076"/>
        <pc:sldMkLst>
          <pc:docMk/>
          <pc:sldMk cId="1002415729" sldId="260"/>
        </pc:sldMkLst>
        <pc:spChg chg="mod">
          <ac:chgData name="Maxwell Mkondiwa" userId="840b722011609402" providerId="LiveId" clId="{7A1BC428-3083-42B6-9325-56CA5A7BC8E0}" dt="2026-09-14T18:28:05.039" v="2129" actId="1076"/>
          <ac:spMkLst>
            <pc:docMk/>
            <pc:sldMk cId="1002415729" sldId="260"/>
            <ac:spMk id="2" creationId="{E388749A-79D8-738C-5C7E-9FC887B32B31}"/>
          </ac:spMkLst>
        </pc:spChg>
        <pc:spChg chg="mod">
          <ac:chgData name="Maxwell Mkondiwa" userId="840b722011609402" providerId="LiveId" clId="{7A1BC428-3083-42B6-9325-56CA5A7BC8E0}" dt="2026-09-14T18:15:08.728" v="1635" actId="1076"/>
          <ac:spMkLst>
            <pc:docMk/>
            <pc:sldMk cId="1002415729" sldId="260"/>
            <ac:spMk id="11" creationId="{220C3768-7C71-900D-E944-D30761921C36}"/>
          </ac:spMkLst>
        </pc:spChg>
        <pc:picChg chg="mod">
          <ac:chgData name="Maxwell Mkondiwa" userId="840b722011609402" providerId="LiveId" clId="{7A1BC428-3083-42B6-9325-56CA5A7BC8E0}" dt="2026-09-14T18:14:49.571" v="1633" actId="1076"/>
          <ac:picMkLst>
            <pc:docMk/>
            <pc:sldMk cId="1002415729" sldId="260"/>
            <ac:picMk id="6" creationId="{1A77A848-CF70-E036-1F92-B119830A298B}"/>
          </ac:picMkLst>
        </pc:picChg>
        <pc:picChg chg="mod">
          <ac:chgData name="Maxwell Mkondiwa" userId="840b722011609402" providerId="LiveId" clId="{7A1BC428-3083-42B6-9325-56CA5A7BC8E0}" dt="2026-09-14T18:15:04.262" v="1634" actId="1076"/>
          <ac:picMkLst>
            <pc:docMk/>
            <pc:sldMk cId="1002415729" sldId="260"/>
            <ac:picMk id="8" creationId="{AA83D3B6-36FB-D37E-A27B-93C056442343}"/>
          </ac:picMkLst>
        </pc:picChg>
        <pc:picChg chg="mod">
          <ac:chgData name="Maxwell Mkondiwa" userId="840b722011609402" providerId="LiveId" clId="{7A1BC428-3083-42B6-9325-56CA5A7BC8E0}" dt="2026-09-14T18:28:01.077" v="2128" actId="1076"/>
          <ac:picMkLst>
            <pc:docMk/>
            <pc:sldMk cId="1002415729" sldId="260"/>
            <ac:picMk id="10" creationId="{200AEE37-CB34-78E7-7802-46B1909F3400}"/>
          </ac:picMkLst>
        </pc:picChg>
      </pc:sldChg>
      <pc:sldChg chg="modSp mod">
        <pc:chgData name="Maxwell Mkondiwa" userId="840b722011609402" providerId="LiveId" clId="{7A1BC428-3083-42B6-9325-56CA5A7BC8E0}" dt="2026-09-14T18:39:45.299" v="2557" actId="20577"/>
        <pc:sldMkLst>
          <pc:docMk/>
          <pc:sldMk cId="1180856332" sldId="261"/>
        </pc:sldMkLst>
        <pc:spChg chg="mod">
          <ac:chgData name="Maxwell Mkondiwa" userId="840b722011609402" providerId="LiveId" clId="{7A1BC428-3083-42B6-9325-56CA5A7BC8E0}" dt="2026-09-14T18:39:24.673" v="2545" actId="14100"/>
          <ac:spMkLst>
            <pc:docMk/>
            <pc:sldMk cId="1180856332" sldId="261"/>
            <ac:spMk id="2" creationId="{10E83350-050C-658C-E21C-57BCCD6C3439}"/>
          </ac:spMkLst>
        </pc:spChg>
        <pc:spChg chg="mod">
          <ac:chgData name="Maxwell Mkondiwa" userId="840b722011609402" providerId="LiveId" clId="{7A1BC428-3083-42B6-9325-56CA5A7BC8E0}" dt="2026-09-14T18:39:45.299" v="2557" actId="20577"/>
          <ac:spMkLst>
            <pc:docMk/>
            <pc:sldMk cId="1180856332" sldId="261"/>
            <ac:spMk id="3" creationId="{F92FBF89-18A0-1AD5-5165-B0411070218A}"/>
          </ac:spMkLst>
        </pc:spChg>
      </pc:sldChg>
      <pc:sldChg chg="modSp mod">
        <pc:chgData name="Maxwell Mkondiwa" userId="840b722011609402" providerId="LiveId" clId="{7A1BC428-3083-42B6-9325-56CA5A7BC8E0}" dt="2026-09-14T18:42:35.815" v="2665" actId="14100"/>
        <pc:sldMkLst>
          <pc:docMk/>
          <pc:sldMk cId="1567872425" sldId="262"/>
        </pc:sldMkLst>
        <pc:spChg chg="mod">
          <ac:chgData name="Maxwell Mkondiwa" userId="840b722011609402" providerId="LiveId" clId="{7A1BC428-3083-42B6-9325-56CA5A7BC8E0}" dt="2026-09-14T18:23:14.979" v="1942" actId="14100"/>
          <ac:spMkLst>
            <pc:docMk/>
            <pc:sldMk cId="1567872425" sldId="262"/>
            <ac:spMk id="2" creationId="{3D58761A-6371-A38D-F32D-0804671E395B}"/>
          </ac:spMkLst>
        </pc:spChg>
        <pc:spChg chg="mod">
          <ac:chgData name="Maxwell Mkondiwa" userId="840b722011609402" providerId="LiveId" clId="{7A1BC428-3083-42B6-9325-56CA5A7BC8E0}" dt="2026-09-14T18:23:19.722" v="1943" actId="14100"/>
          <ac:spMkLst>
            <pc:docMk/>
            <pc:sldMk cId="1567872425" sldId="262"/>
            <ac:spMk id="3" creationId="{9CC6C590-98B5-A159-26BD-90C8AEC02516}"/>
          </ac:spMkLst>
        </pc:spChg>
        <pc:picChg chg="mod">
          <ac:chgData name="Maxwell Mkondiwa" userId="840b722011609402" providerId="LiveId" clId="{7A1BC428-3083-42B6-9325-56CA5A7BC8E0}" dt="2026-09-14T18:42:31.490" v="2663" actId="14100"/>
          <ac:picMkLst>
            <pc:docMk/>
            <pc:sldMk cId="1567872425" sldId="262"/>
            <ac:picMk id="5" creationId="{9051EB9A-4F33-C261-7F69-2B5781690608}"/>
          </ac:picMkLst>
        </pc:picChg>
        <pc:picChg chg="mod">
          <ac:chgData name="Maxwell Mkondiwa" userId="840b722011609402" providerId="LiveId" clId="{7A1BC428-3083-42B6-9325-56CA5A7BC8E0}" dt="2026-09-14T18:42:35.815" v="2665" actId="14100"/>
          <ac:picMkLst>
            <pc:docMk/>
            <pc:sldMk cId="1567872425" sldId="262"/>
            <ac:picMk id="7" creationId="{41D68B7F-FFD4-8813-8714-9B5ABFFE524F}"/>
          </ac:picMkLst>
        </pc:picChg>
      </pc:sldChg>
      <pc:sldChg chg="modSp mod">
        <pc:chgData name="Maxwell Mkondiwa" userId="840b722011609402" providerId="LiveId" clId="{7A1BC428-3083-42B6-9325-56CA5A7BC8E0}" dt="2026-09-14T18:31:37.879" v="2231" actId="20577"/>
        <pc:sldMkLst>
          <pc:docMk/>
          <pc:sldMk cId="3772683521" sldId="265"/>
        </pc:sldMkLst>
        <pc:spChg chg="mod">
          <ac:chgData name="Maxwell Mkondiwa" userId="840b722011609402" providerId="LiveId" clId="{7A1BC428-3083-42B6-9325-56CA5A7BC8E0}" dt="2026-09-14T18:31:37.879" v="2231" actId="20577"/>
          <ac:spMkLst>
            <pc:docMk/>
            <pc:sldMk cId="3772683521" sldId="265"/>
            <ac:spMk id="3" creationId="{7F912D15-E824-21B9-B712-6C347328FE48}"/>
          </ac:spMkLst>
        </pc:spChg>
      </pc:sldChg>
      <pc:sldChg chg="addSp delSp modSp mod">
        <pc:chgData name="Maxwell Mkondiwa" userId="840b722011609402" providerId="LiveId" clId="{7A1BC428-3083-42B6-9325-56CA5A7BC8E0}" dt="2026-09-14T17:19:05.052" v="937" actId="14100"/>
        <pc:sldMkLst>
          <pc:docMk/>
          <pc:sldMk cId="3970113282" sldId="267"/>
        </pc:sldMkLst>
        <pc:spChg chg="mod">
          <ac:chgData name="Maxwell Mkondiwa" userId="840b722011609402" providerId="LiveId" clId="{7A1BC428-3083-42B6-9325-56CA5A7BC8E0}" dt="2026-09-14T17:19:05.052" v="937" actId="14100"/>
          <ac:spMkLst>
            <pc:docMk/>
            <pc:sldMk cId="3970113282" sldId="267"/>
            <ac:spMk id="2" creationId="{1AF92903-2987-49CC-0E98-B34A83076B8A}"/>
          </ac:spMkLst>
        </pc:spChg>
        <pc:spChg chg="add mod">
          <ac:chgData name="Maxwell Mkondiwa" userId="840b722011609402" providerId="LiveId" clId="{7A1BC428-3083-42B6-9325-56CA5A7BC8E0}" dt="2026-09-14T17:17:56.251" v="882" actId="113"/>
          <ac:spMkLst>
            <pc:docMk/>
            <pc:sldMk cId="3970113282" sldId="267"/>
            <ac:spMk id="7" creationId="{D01133AA-CB3A-FE9B-62C2-1C37EA1C38C3}"/>
          </ac:spMkLst>
        </pc:spChg>
        <pc:picChg chg="add del mod">
          <ac:chgData name="Maxwell Mkondiwa" userId="840b722011609402" providerId="LiveId" clId="{7A1BC428-3083-42B6-9325-56CA5A7BC8E0}" dt="2026-09-14T17:18:54.361" v="936" actId="1076"/>
          <ac:picMkLst>
            <pc:docMk/>
            <pc:sldMk cId="3970113282" sldId="267"/>
            <ac:picMk id="4" creationId="{B5DF9458-32EA-F6C5-A1F6-A9CE1E5F0C57}"/>
          </ac:picMkLst>
        </pc:picChg>
        <pc:picChg chg="add del mod">
          <ac:chgData name="Maxwell Mkondiwa" userId="840b722011609402" providerId="LiveId" clId="{7A1BC428-3083-42B6-9325-56CA5A7BC8E0}" dt="2026-09-14T17:15:28.931" v="784" actId="22"/>
          <ac:picMkLst>
            <pc:docMk/>
            <pc:sldMk cId="3970113282" sldId="267"/>
            <ac:picMk id="6" creationId="{B4993927-F28E-C94C-1230-E2313A555EED}"/>
          </ac:picMkLst>
        </pc:picChg>
      </pc:sldChg>
      <pc:sldChg chg="del">
        <pc:chgData name="Maxwell Mkondiwa" userId="840b722011609402" providerId="LiveId" clId="{7A1BC428-3083-42B6-9325-56CA5A7BC8E0}" dt="2026-09-14T17:38:55.787" v="1110" actId="47"/>
        <pc:sldMkLst>
          <pc:docMk/>
          <pc:sldMk cId="2939256803" sldId="270"/>
        </pc:sldMkLst>
      </pc:sldChg>
      <pc:sldChg chg="addSp modSp mod">
        <pc:chgData name="Maxwell Mkondiwa" userId="840b722011609402" providerId="LiveId" clId="{7A1BC428-3083-42B6-9325-56CA5A7BC8E0}" dt="2026-09-14T18:44:36.797" v="2670" actId="207"/>
        <pc:sldMkLst>
          <pc:docMk/>
          <pc:sldMk cId="997248354" sldId="272"/>
        </pc:sldMkLst>
        <pc:spChg chg="mod">
          <ac:chgData name="Maxwell Mkondiwa" userId="840b722011609402" providerId="LiveId" clId="{7A1BC428-3083-42B6-9325-56CA5A7BC8E0}" dt="2026-09-14T18:43:42.404" v="2666" actId="14100"/>
          <ac:spMkLst>
            <pc:docMk/>
            <pc:sldMk cId="997248354" sldId="272"/>
            <ac:spMk id="2" creationId="{2B70BA1E-52E2-D3F0-8FEE-4B7AFF42EC28}"/>
          </ac:spMkLst>
        </pc:spChg>
        <pc:spChg chg="mod">
          <ac:chgData name="Maxwell Mkondiwa" userId="840b722011609402" providerId="LiveId" clId="{7A1BC428-3083-42B6-9325-56CA5A7BC8E0}" dt="2026-09-14T18:44:36.797" v="2670" actId="207"/>
          <ac:spMkLst>
            <pc:docMk/>
            <pc:sldMk cId="997248354" sldId="272"/>
            <ac:spMk id="3" creationId="{2BB20BA4-73C7-6903-CC4E-314CDE5F60C0}"/>
          </ac:spMkLst>
        </pc:spChg>
        <pc:spChg chg="add mod">
          <ac:chgData name="Maxwell Mkondiwa" userId="840b722011609402" providerId="LiveId" clId="{7A1BC428-3083-42B6-9325-56CA5A7BC8E0}" dt="2026-09-14T17:22:30.930" v="979" actId="1076"/>
          <ac:spMkLst>
            <pc:docMk/>
            <pc:sldMk cId="997248354" sldId="272"/>
            <ac:spMk id="6" creationId="{EF5A78B1-A7DB-C8E9-FF3B-D0E68F1C37FB}"/>
          </ac:spMkLst>
        </pc:spChg>
        <pc:picChg chg="add mod">
          <ac:chgData name="Maxwell Mkondiwa" userId="840b722011609402" providerId="LiveId" clId="{7A1BC428-3083-42B6-9325-56CA5A7BC8E0}" dt="2026-09-14T17:20:46.719" v="949" actId="1076"/>
          <ac:picMkLst>
            <pc:docMk/>
            <pc:sldMk cId="997248354" sldId="272"/>
            <ac:picMk id="5" creationId="{718718F6-2BD3-FE84-D62E-F52E22A06964}"/>
          </ac:picMkLst>
        </pc:picChg>
      </pc:sldChg>
      <pc:sldChg chg="add">
        <pc:chgData name="Maxwell Mkondiwa" userId="840b722011609402" providerId="LiveId" clId="{7A1BC428-3083-42B6-9325-56CA5A7BC8E0}" dt="2026-09-14T17:58:26.601" v="1278"/>
        <pc:sldMkLst>
          <pc:docMk/>
          <pc:sldMk cId="2177081720" sldId="279"/>
        </pc:sldMkLst>
      </pc:sldChg>
      <pc:sldChg chg="modSp del mod">
        <pc:chgData name="Maxwell Mkondiwa" userId="840b722011609402" providerId="LiveId" clId="{7A1BC428-3083-42B6-9325-56CA5A7BC8E0}" dt="2026-09-14T17:58:23.373" v="1277" actId="2696"/>
        <pc:sldMkLst>
          <pc:docMk/>
          <pc:sldMk cId="3958645329" sldId="279"/>
        </pc:sldMkLst>
        <pc:spChg chg="mod">
          <ac:chgData name="Maxwell Mkondiwa" userId="840b722011609402" providerId="LiveId" clId="{7A1BC428-3083-42B6-9325-56CA5A7BC8E0}" dt="2026-09-14T17:34:47.750" v="1104" actId="1076"/>
          <ac:spMkLst>
            <pc:docMk/>
            <pc:sldMk cId="3958645329" sldId="279"/>
            <ac:spMk id="2" creationId="{167A5B70-D5DD-7DED-6081-717B5438E867}"/>
          </ac:spMkLst>
        </pc:spChg>
        <pc:picChg chg="mod">
          <ac:chgData name="Maxwell Mkondiwa" userId="840b722011609402" providerId="LiveId" clId="{7A1BC428-3083-42B6-9325-56CA5A7BC8E0}" dt="2026-09-14T17:35:06.545" v="1108" actId="1076"/>
          <ac:picMkLst>
            <pc:docMk/>
            <pc:sldMk cId="3958645329" sldId="279"/>
            <ac:picMk id="2050" creationId="{FBD9B8DB-A0E2-11DF-4465-AACBC649A95B}"/>
          </ac:picMkLst>
        </pc:picChg>
      </pc:sldChg>
      <pc:sldChg chg="delSp del mod">
        <pc:chgData name="Maxwell Mkondiwa" userId="840b722011609402" providerId="LiveId" clId="{7A1BC428-3083-42B6-9325-56CA5A7BC8E0}" dt="2026-09-14T18:00:15.648" v="1295" actId="2696"/>
        <pc:sldMkLst>
          <pc:docMk/>
          <pc:sldMk cId="2444482698" sldId="281"/>
        </pc:sldMkLst>
        <pc:spChg chg="del">
          <ac:chgData name="Maxwell Mkondiwa" userId="840b722011609402" providerId="LiveId" clId="{7A1BC428-3083-42B6-9325-56CA5A7BC8E0}" dt="2026-09-14T17:58:39.687" v="1279" actId="21"/>
          <ac:spMkLst>
            <pc:docMk/>
            <pc:sldMk cId="2444482698" sldId="281"/>
            <ac:spMk id="6" creationId="{8F76F93A-C9A9-8B7D-AE6F-771908436CF0}"/>
          </ac:spMkLst>
        </pc:spChg>
        <pc:picChg chg="del">
          <ac:chgData name="Maxwell Mkondiwa" userId="840b722011609402" providerId="LiveId" clId="{7A1BC428-3083-42B6-9325-56CA5A7BC8E0}" dt="2026-09-14T17:58:39.687" v="1279" actId="21"/>
          <ac:picMkLst>
            <pc:docMk/>
            <pc:sldMk cId="2444482698" sldId="281"/>
            <ac:picMk id="5" creationId="{E3F0DA0F-19B3-E78D-6D9D-683B112E26BB}"/>
          </ac:picMkLst>
        </pc:picChg>
      </pc:sldChg>
      <pc:sldChg chg="modSp add mod">
        <pc:chgData name="Maxwell Mkondiwa" userId="840b722011609402" providerId="LiveId" clId="{7A1BC428-3083-42B6-9325-56CA5A7BC8E0}" dt="2026-09-14T18:08:26.847" v="1459" actId="20577"/>
        <pc:sldMkLst>
          <pc:docMk/>
          <pc:sldMk cId="4194490446" sldId="281"/>
        </pc:sldMkLst>
        <pc:spChg chg="mod">
          <ac:chgData name="Maxwell Mkondiwa" userId="840b722011609402" providerId="LiveId" clId="{7A1BC428-3083-42B6-9325-56CA5A7BC8E0}" dt="2026-09-14T18:08:26.847" v="1459" actId="20577"/>
          <ac:spMkLst>
            <pc:docMk/>
            <pc:sldMk cId="4194490446" sldId="281"/>
            <ac:spMk id="7" creationId="{3CD4214B-4148-E0BF-C2BF-E571A396C77D}"/>
          </ac:spMkLst>
        </pc:spChg>
        <pc:picChg chg="mod">
          <ac:chgData name="Maxwell Mkondiwa" userId="840b722011609402" providerId="LiveId" clId="{7A1BC428-3083-42B6-9325-56CA5A7BC8E0}" dt="2026-09-14T18:02:48.995" v="1369" actId="1076"/>
          <ac:picMkLst>
            <pc:docMk/>
            <pc:sldMk cId="4194490446" sldId="281"/>
            <ac:picMk id="3" creationId="{B8185EA8-91F6-B4DE-2ABD-C4FE1A4381A9}"/>
          </ac:picMkLst>
        </pc:picChg>
      </pc:sldChg>
      <pc:sldChg chg="modSp mod">
        <pc:chgData name="Maxwell Mkondiwa" userId="840b722011609402" providerId="LiveId" clId="{7A1BC428-3083-42B6-9325-56CA5A7BC8E0}" dt="2026-09-14T19:01:08.024" v="2831" actId="14100"/>
        <pc:sldMkLst>
          <pc:docMk/>
          <pc:sldMk cId="2319096660" sldId="284"/>
        </pc:sldMkLst>
        <pc:spChg chg="mod">
          <ac:chgData name="Maxwell Mkondiwa" userId="840b722011609402" providerId="LiveId" clId="{7A1BC428-3083-42B6-9325-56CA5A7BC8E0}" dt="2026-09-14T13:17:58.600" v="48" actId="14100"/>
          <ac:spMkLst>
            <pc:docMk/>
            <pc:sldMk cId="2319096660" sldId="284"/>
            <ac:spMk id="2" creationId="{AF71670F-CDE2-15A1-4D34-9D9F97EBEE0A}"/>
          </ac:spMkLst>
        </pc:spChg>
        <pc:spChg chg="mod">
          <ac:chgData name="Maxwell Mkondiwa" userId="840b722011609402" providerId="LiveId" clId="{7A1BC428-3083-42B6-9325-56CA5A7BC8E0}" dt="2026-09-14T19:01:08.024" v="2831" actId="14100"/>
          <ac:spMkLst>
            <pc:docMk/>
            <pc:sldMk cId="2319096660" sldId="284"/>
            <ac:spMk id="3" creationId="{A2CE88A3-997C-C62B-B6E1-BC48F4D5C9D1}"/>
          </ac:spMkLst>
        </pc:spChg>
      </pc:sldChg>
      <pc:sldChg chg="modSp mod">
        <pc:chgData name="Maxwell Mkondiwa" userId="840b722011609402" providerId="LiveId" clId="{7A1BC428-3083-42B6-9325-56CA5A7BC8E0}" dt="2026-09-14T17:32:38.438" v="1068" actId="20577"/>
        <pc:sldMkLst>
          <pc:docMk/>
          <pc:sldMk cId="2771534484" sldId="286"/>
        </pc:sldMkLst>
        <pc:spChg chg="mod">
          <ac:chgData name="Maxwell Mkondiwa" userId="840b722011609402" providerId="LiveId" clId="{7A1BC428-3083-42B6-9325-56CA5A7BC8E0}" dt="2026-09-14T17:32:38.438" v="1068" actId="20577"/>
          <ac:spMkLst>
            <pc:docMk/>
            <pc:sldMk cId="2771534484" sldId="286"/>
            <ac:spMk id="2" creationId="{F1431D03-E17E-3376-4767-358580149D3A}"/>
          </ac:spMkLst>
        </pc:spChg>
      </pc:sldChg>
      <pc:sldChg chg="modSp del mod">
        <pc:chgData name="Maxwell Mkondiwa" userId="840b722011609402" providerId="LiveId" clId="{7A1BC428-3083-42B6-9325-56CA5A7BC8E0}" dt="2026-09-14T17:58:23.373" v="1277" actId="2696"/>
        <pc:sldMkLst>
          <pc:docMk/>
          <pc:sldMk cId="3036051845" sldId="305"/>
        </pc:sldMkLst>
        <pc:spChg chg="mod">
          <ac:chgData name="Maxwell Mkondiwa" userId="840b722011609402" providerId="LiveId" clId="{7A1BC428-3083-42B6-9325-56CA5A7BC8E0}" dt="2026-09-14T17:34:28.237" v="1101" actId="14100"/>
          <ac:spMkLst>
            <pc:docMk/>
            <pc:sldMk cId="3036051845" sldId="305"/>
            <ac:spMk id="2" creationId="{64145A4A-F5CC-8B41-9F79-6FC80514E545}"/>
          </ac:spMkLst>
        </pc:spChg>
        <pc:spChg chg="mod">
          <ac:chgData name="Maxwell Mkondiwa" userId="840b722011609402" providerId="LiveId" clId="{7A1BC428-3083-42B6-9325-56CA5A7BC8E0}" dt="2026-09-14T17:34:32.838" v="1102" actId="1076"/>
          <ac:spMkLst>
            <pc:docMk/>
            <pc:sldMk cId="3036051845" sldId="305"/>
            <ac:spMk id="7" creationId="{21F17C2E-4598-9CEE-CB73-57D02E254A58}"/>
          </ac:spMkLst>
        </pc:spChg>
        <pc:picChg chg="mod">
          <ac:chgData name="Maxwell Mkondiwa" userId="840b722011609402" providerId="LiveId" clId="{7A1BC428-3083-42B6-9325-56CA5A7BC8E0}" dt="2026-09-14T17:34:24.448" v="1100" actId="1076"/>
          <ac:picMkLst>
            <pc:docMk/>
            <pc:sldMk cId="3036051845" sldId="305"/>
            <ac:picMk id="6" creationId="{55892695-1EBB-077B-2FA8-C2693A988799}"/>
          </ac:picMkLst>
        </pc:picChg>
      </pc:sldChg>
      <pc:sldChg chg="addSp modSp add mod">
        <pc:chgData name="Maxwell Mkondiwa" userId="840b722011609402" providerId="LiveId" clId="{7A1BC428-3083-42B6-9325-56CA5A7BC8E0}" dt="2026-09-14T18:13:11.932" v="1608" actId="1076"/>
        <pc:sldMkLst>
          <pc:docMk/>
          <pc:sldMk cId="3951779038" sldId="305"/>
        </pc:sldMkLst>
        <pc:spChg chg="mod">
          <ac:chgData name="Maxwell Mkondiwa" userId="840b722011609402" providerId="LiveId" clId="{7A1BC428-3083-42B6-9325-56CA5A7BC8E0}" dt="2026-09-14T17:59:47.525" v="1290" actId="1076"/>
          <ac:spMkLst>
            <pc:docMk/>
            <pc:sldMk cId="3951779038" sldId="305"/>
            <ac:spMk id="2" creationId="{64145A4A-F5CC-8B41-9F79-6FC80514E545}"/>
          </ac:spMkLst>
        </pc:spChg>
        <pc:spChg chg="mod">
          <ac:chgData name="Maxwell Mkondiwa" userId="840b722011609402" providerId="LiveId" clId="{7A1BC428-3083-42B6-9325-56CA5A7BC8E0}" dt="2026-09-14T18:13:11.932" v="1608" actId="1076"/>
          <ac:spMkLst>
            <pc:docMk/>
            <pc:sldMk cId="3951779038" sldId="305"/>
            <ac:spMk id="7" creationId="{21F17C2E-4598-9CEE-CB73-57D02E254A58}"/>
          </ac:spMkLst>
        </pc:spChg>
        <pc:spChg chg="add mod">
          <ac:chgData name="Maxwell Mkondiwa" userId="840b722011609402" providerId="LiveId" clId="{7A1BC428-3083-42B6-9325-56CA5A7BC8E0}" dt="2026-09-14T18:12:59.184" v="1606" actId="207"/>
          <ac:spMkLst>
            <pc:docMk/>
            <pc:sldMk cId="3951779038" sldId="305"/>
            <ac:spMk id="8" creationId="{7137B81B-964D-2C87-369C-CEE2CC993B49}"/>
          </ac:spMkLst>
        </pc:spChg>
        <pc:picChg chg="add">
          <ac:chgData name="Maxwell Mkondiwa" userId="840b722011609402" providerId="LiveId" clId="{7A1BC428-3083-42B6-9325-56CA5A7BC8E0}" dt="2026-09-14T17:58:43.149" v="1280" actId="22"/>
          <ac:picMkLst>
            <pc:docMk/>
            <pc:sldMk cId="3951779038" sldId="305"/>
            <ac:picMk id="4" creationId="{48B0BF84-5ADE-BD82-9F73-543DD7FCE8A5}"/>
          </ac:picMkLst>
        </pc:picChg>
        <pc:picChg chg="mod">
          <ac:chgData name="Maxwell Mkondiwa" userId="840b722011609402" providerId="LiveId" clId="{7A1BC428-3083-42B6-9325-56CA5A7BC8E0}" dt="2026-09-14T17:59:21.980" v="1287" actId="14100"/>
          <ac:picMkLst>
            <pc:docMk/>
            <pc:sldMk cId="3951779038" sldId="305"/>
            <ac:picMk id="6" creationId="{55892695-1EBB-077B-2FA8-C2693A988799}"/>
          </ac:picMkLst>
        </pc:picChg>
      </pc:sldChg>
      <pc:sldChg chg="del">
        <pc:chgData name="Maxwell Mkondiwa" userId="840b722011609402" providerId="LiveId" clId="{7A1BC428-3083-42B6-9325-56CA5A7BC8E0}" dt="2026-09-14T17:58:23.373" v="1277" actId="2696"/>
        <pc:sldMkLst>
          <pc:docMk/>
          <pc:sldMk cId="506342586" sldId="307"/>
        </pc:sldMkLst>
      </pc:sldChg>
      <pc:sldChg chg="add">
        <pc:chgData name="Maxwell Mkondiwa" userId="840b722011609402" providerId="LiveId" clId="{7A1BC428-3083-42B6-9325-56CA5A7BC8E0}" dt="2026-09-14T17:58:26.601" v="1278"/>
        <pc:sldMkLst>
          <pc:docMk/>
          <pc:sldMk cId="976314991" sldId="307"/>
        </pc:sldMkLst>
      </pc:sldChg>
      <pc:sldChg chg="modSp mod">
        <pc:chgData name="Maxwell Mkondiwa" userId="840b722011609402" providerId="LiveId" clId="{7A1BC428-3083-42B6-9325-56CA5A7BC8E0}" dt="2026-09-14T18:03:17.161" v="1371" actId="20577"/>
        <pc:sldMkLst>
          <pc:docMk/>
          <pc:sldMk cId="1665923827" sldId="309"/>
        </pc:sldMkLst>
        <pc:spChg chg="mod">
          <ac:chgData name="Maxwell Mkondiwa" userId="840b722011609402" providerId="LiveId" clId="{7A1BC428-3083-42B6-9325-56CA5A7BC8E0}" dt="2026-09-14T18:03:17.161" v="1371" actId="20577"/>
          <ac:spMkLst>
            <pc:docMk/>
            <pc:sldMk cId="1665923827" sldId="309"/>
            <ac:spMk id="2" creationId="{45EA4AED-F914-35D4-F801-EFBE1F06D342}"/>
          </ac:spMkLst>
        </pc:spChg>
        <pc:spChg chg="mod">
          <ac:chgData name="Maxwell Mkondiwa" userId="840b722011609402" providerId="LiveId" clId="{7A1BC428-3083-42B6-9325-56CA5A7BC8E0}" dt="2026-09-14T17:33:52.082" v="1096" actId="14100"/>
          <ac:spMkLst>
            <pc:docMk/>
            <pc:sldMk cId="1665923827" sldId="309"/>
            <ac:spMk id="3" creationId="{E038E728-AB22-CE78-6FF3-2227EA58F155}"/>
          </ac:spMkLst>
        </pc:spChg>
      </pc:sldChg>
      <pc:sldChg chg="modSp del mod">
        <pc:chgData name="Maxwell Mkondiwa" userId="840b722011609402" providerId="LiveId" clId="{7A1BC428-3083-42B6-9325-56CA5A7BC8E0}" dt="2026-09-14T18:11:02.082" v="1479" actId="47"/>
        <pc:sldMkLst>
          <pc:docMk/>
          <pc:sldMk cId="434814759" sldId="311"/>
        </pc:sldMkLst>
        <pc:spChg chg="mod">
          <ac:chgData name="Maxwell Mkondiwa" userId="840b722011609402" providerId="LiveId" clId="{7A1BC428-3083-42B6-9325-56CA5A7BC8E0}" dt="2026-09-14T17:34:06.401" v="1099" actId="14100"/>
          <ac:spMkLst>
            <pc:docMk/>
            <pc:sldMk cId="434814759" sldId="311"/>
            <ac:spMk id="3" creationId="{488AA0E6-4C88-D066-0A9D-2C8B8FAE8A65}"/>
          </ac:spMkLst>
        </pc:spChg>
      </pc:sldChg>
      <pc:sldChg chg="modSp mod">
        <pc:chgData name="Maxwell Mkondiwa" userId="840b722011609402" providerId="LiveId" clId="{7A1BC428-3083-42B6-9325-56CA5A7BC8E0}" dt="2026-09-14T18:08:17.235" v="1457" actId="14100"/>
        <pc:sldMkLst>
          <pc:docMk/>
          <pc:sldMk cId="3822799904" sldId="2146847511"/>
        </pc:sldMkLst>
        <pc:spChg chg="mod">
          <ac:chgData name="Maxwell Mkondiwa" userId="840b722011609402" providerId="LiveId" clId="{7A1BC428-3083-42B6-9325-56CA5A7BC8E0}" dt="2026-09-14T18:01:04.013" v="1300" actId="14100"/>
          <ac:spMkLst>
            <pc:docMk/>
            <pc:sldMk cId="3822799904" sldId="2146847511"/>
            <ac:spMk id="4" creationId="{67C28379-02F4-85EB-7874-5E0F4A3793E1}"/>
          </ac:spMkLst>
        </pc:spChg>
        <pc:spChg chg="mod">
          <ac:chgData name="Maxwell Mkondiwa" userId="840b722011609402" providerId="LiveId" clId="{7A1BC428-3083-42B6-9325-56CA5A7BC8E0}" dt="2026-09-14T18:01:15.011" v="1301" actId="1076"/>
          <ac:spMkLst>
            <pc:docMk/>
            <pc:sldMk cId="3822799904" sldId="2146847511"/>
            <ac:spMk id="10" creationId="{2D6E5C40-4B85-5AFA-9450-384344CFFCFD}"/>
          </ac:spMkLst>
        </pc:spChg>
        <pc:picChg chg="mod">
          <ac:chgData name="Maxwell Mkondiwa" userId="840b722011609402" providerId="LiveId" clId="{7A1BC428-3083-42B6-9325-56CA5A7BC8E0}" dt="2026-09-14T18:08:17.235" v="1457" actId="14100"/>
          <ac:picMkLst>
            <pc:docMk/>
            <pc:sldMk cId="3822799904" sldId="2146847511"/>
            <ac:picMk id="2" creationId="{A4AD1AA9-B019-CC16-18D3-AD5984B004F0}"/>
          </ac:picMkLst>
        </pc:picChg>
        <pc:picChg chg="mod">
          <ac:chgData name="Maxwell Mkondiwa" userId="840b722011609402" providerId="LiveId" clId="{7A1BC428-3083-42B6-9325-56CA5A7BC8E0}" dt="2026-09-14T18:08:07.845" v="1456" actId="14100"/>
          <ac:picMkLst>
            <pc:docMk/>
            <pc:sldMk cId="3822799904" sldId="2146847511"/>
            <ac:picMk id="8" creationId="{11664489-D7F6-2C92-1075-7D191557AE85}"/>
          </ac:picMkLst>
        </pc:picChg>
      </pc:sldChg>
      <pc:sldChg chg="modSp del mod">
        <pc:chgData name="Maxwell Mkondiwa" userId="840b722011609402" providerId="LiveId" clId="{7A1BC428-3083-42B6-9325-56CA5A7BC8E0}" dt="2026-09-14T17:39:23.346" v="1130" actId="47"/>
        <pc:sldMkLst>
          <pc:docMk/>
          <pc:sldMk cId="2971620660" sldId="2146847540"/>
        </pc:sldMkLst>
        <pc:spChg chg="mod">
          <ac:chgData name="Maxwell Mkondiwa" userId="840b722011609402" providerId="LiveId" clId="{7A1BC428-3083-42B6-9325-56CA5A7BC8E0}" dt="2026-09-14T13:20:53.332" v="411" actId="20577"/>
          <ac:spMkLst>
            <pc:docMk/>
            <pc:sldMk cId="2971620660" sldId="2146847540"/>
            <ac:spMk id="2" creationId="{6EA26134-1F56-338F-1F46-C87A04A926B2}"/>
          </ac:spMkLst>
        </pc:spChg>
      </pc:sldChg>
      <pc:sldChg chg="modSp mod">
        <pc:chgData name="Maxwell Mkondiwa" userId="840b722011609402" providerId="LiveId" clId="{7A1BC428-3083-42B6-9325-56CA5A7BC8E0}" dt="2026-09-14T19:04:15.411" v="2928" actId="207"/>
        <pc:sldMkLst>
          <pc:docMk/>
          <pc:sldMk cId="2031062966" sldId="2146847541"/>
        </pc:sldMkLst>
        <pc:spChg chg="mod">
          <ac:chgData name="Maxwell Mkondiwa" userId="840b722011609402" providerId="LiveId" clId="{7A1BC428-3083-42B6-9325-56CA5A7BC8E0}" dt="2026-09-14T18:33:24.432" v="2328" actId="20577"/>
          <ac:spMkLst>
            <pc:docMk/>
            <pc:sldMk cId="2031062966" sldId="2146847541"/>
            <ac:spMk id="2" creationId="{966A8736-9130-91A5-55BE-4E2629158770}"/>
          </ac:spMkLst>
        </pc:spChg>
        <pc:spChg chg="mod">
          <ac:chgData name="Maxwell Mkondiwa" userId="840b722011609402" providerId="LiveId" clId="{7A1BC428-3083-42B6-9325-56CA5A7BC8E0}" dt="2026-09-14T19:04:15.411" v="2928" actId="207"/>
          <ac:spMkLst>
            <pc:docMk/>
            <pc:sldMk cId="2031062966" sldId="2146847541"/>
            <ac:spMk id="3" creationId="{9FD086F9-0C10-9BDE-8829-9B61FF968018}"/>
          </ac:spMkLst>
        </pc:spChg>
      </pc:sldChg>
      <pc:sldChg chg="addSp modSp mod">
        <pc:chgData name="Maxwell Mkondiwa" userId="840b722011609402" providerId="LiveId" clId="{7A1BC428-3083-42B6-9325-56CA5A7BC8E0}" dt="2026-09-14T18:36:33.823" v="2354" actId="1076"/>
        <pc:sldMkLst>
          <pc:docMk/>
          <pc:sldMk cId="4282585300" sldId="2146847549"/>
        </pc:sldMkLst>
        <pc:spChg chg="mod">
          <ac:chgData name="Maxwell Mkondiwa" userId="840b722011609402" providerId="LiveId" clId="{7A1BC428-3083-42B6-9325-56CA5A7BC8E0}" dt="2026-09-14T18:09:51.541" v="1475" actId="1076"/>
          <ac:spMkLst>
            <pc:docMk/>
            <pc:sldMk cId="4282585300" sldId="2146847549"/>
            <ac:spMk id="2" creationId="{217FFE99-F79C-AE0C-31A2-69EFDF1E64D8}"/>
          </ac:spMkLst>
        </pc:spChg>
        <pc:spChg chg="add mod">
          <ac:chgData name="Maxwell Mkondiwa" userId="840b722011609402" providerId="LiveId" clId="{7A1BC428-3083-42B6-9325-56CA5A7BC8E0}" dt="2026-09-14T18:36:04.258" v="2344" actId="113"/>
          <ac:spMkLst>
            <pc:docMk/>
            <pc:sldMk cId="4282585300" sldId="2146847549"/>
            <ac:spMk id="3" creationId="{009C6CE9-5DD4-7760-B2E4-231B0A74EA89}"/>
          </ac:spMkLst>
        </pc:spChg>
        <pc:spChg chg="mod">
          <ac:chgData name="Maxwell Mkondiwa" userId="840b722011609402" providerId="LiveId" clId="{7A1BC428-3083-42B6-9325-56CA5A7BC8E0}" dt="2026-09-14T18:36:26.049" v="2353" actId="20577"/>
          <ac:spMkLst>
            <pc:docMk/>
            <pc:sldMk cId="4282585300" sldId="2146847549"/>
            <ac:spMk id="7" creationId="{FB87074B-024A-33B5-5624-FC8CCBCD307F}"/>
          </ac:spMkLst>
        </pc:spChg>
        <pc:picChg chg="mod">
          <ac:chgData name="Maxwell Mkondiwa" userId="840b722011609402" providerId="LiveId" clId="{7A1BC428-3083-42B6-9325-56CA5A7BC8E0}" dt="2026-09-14T18:36:33.823" v="2354" actId="1076"/>
          <ac:picMkLst>
            <pc:docMk/>
            <pc:sldMk cId="4282585300" sldId="2146847549"/>
            <ac:picMk id="4" creationId="{C41A0A11-191D-A1CC-2A02-18384AAFFFC6}"/>
          </ac:picMkLst>
        </pc:picChg>
      </pc:sldChg>
      <pc:sldChg chg="modSp del mod">
        <pc:chgData name="Maxwell Mkondiwa" userId="840b722011609402" providerId="LiveId" clId="{7A1BC428-3083-42B6-9325-56CA5A7BC8E0}" dt="2026-09-14T18:09:24.414" v="1461" actId="47"/>
        <pc:sldMkLst>
          <pc:docMk/>
          <pc:sldMk cId="2291276981" sldId="2146847575"/>
        </pc:sldMkLst>
        <pc:spChg chg="mod">
          <ac:chgData name="Maxwell Mkondiwa" userId="840b722011609402" providerId="LiveId" clId="{7A1BC428-3083-42B6-9325-56CA5A7BC8E0}" dt="2026-09-14T18:08:36.993" v="1460" actId="14100"/>
          <ac:spMkLst>
            <pc:docMk/>
            <pc:sldMk cId="2291276981" sldId="2146847575"/>
            <ac:spMk id="3" creationId="{80D4DF0D-D6AA-1D0E-CF98-B9D5BD7EDFE6}"/>
          </ac:spMkLst>
        </pc:spChg>
        <pc:picChg chg="mod">
          <ac:chgData name="Maxwell Mkondiwa" userId="840b722011609402" providerId="LiveId" clId="{7A1BC428-3083-42B6-9325-56CA5A7BC8E0}" dt="2026-09-14T18:01:35.682" v="1305" actId="1076"/>
          <ac:picMkLst>
            <pc:docMk/>
            <pc:sldMk cId="2291276981" sldId="2146847575"/>
            <ac:picMk id="5" creationId="{23C68024-88A5-469B-A7E4-194FD08A3943}"/>
          </ac:picMkLst>
        </pc:picChg>
      </pc:sldChg>
      <pc:sldChg chg="modSp mod">
        <pc:chgData name="Maxwell Mkondiwa" userId="840b722011609402" providerId="LiveId" clId="{7A1BC428-3083-42B6-9325-56CA5A7BC8E0}" dt="2026-09-14T19:10:25.705" v="3114" actId="20577"/>
        <pc:sldMkLst>
          <pc:docMk/>
          <pc:sldMk cId="3648848643" sldId="2146847578"/>
        </pc:sldMkLst>
        <pc:spChg chg="mod">
          <ac:chgData name="Maxwell Mkondiwa" userId="840b722011609402" providerId="LiveId" clId="{7A1BC428-3083-42B6-9325-56CA5A7BC8E0}" dt="2026-09-14T19:10:25.705" v="3114" actId="20577"/>
          <ac:spMkLst>
            <pc:docMk/>
            <pc:sldMk cId="3648848643" sldId="2146847578"/>
            <ac:spMk id="2" creationId="{6714234A-D5FD-9684-253B-575F1B0CFD98}"/>
          </ac:spMkLst>
        </pc:spChg>
        <pc:picChg chg="mod">
          <ac:chgData name="Maxwell Mkondiwa" userId="840b722011609402" providerId="LiveId" clId="{7A1BC428-3083-42B6-9325-56CA5A7BC8E0}" dt="2026-09-14T18:07:06.663" v="1424" actId="1076"/>
          <ac:picMkLst>
            <pc:docMk/>
            <pc:sldMk cId="3648848643" sldId="2146847578"/>
            <ac:picMk id="3" creationId="{C93D4FD8-43BF-5925-0BF6-AAA8EFEF71C5}"/>
          </ac:picMkLst>
        </pc:picChg>
      </pc:sldChg>
      <pc:sldChg chg="addSp modSp mod">
        <pc:chgData name="Maxwell Mkondiwa" userId="840b722011609402" providerId="LiveId" clId="{7A1BC428-3083-42B6-9325-56CA5A7BC8E0}" dt="2026-09-14T18:18:54.370" v="1702" actId="1076"/>
        <pc:sldMkLst>
          <pc:docMk/>
          <pc:sldMk cId="3361674281" sldId="2146847579"/>
        </pc:sldMkLst>
        <pc:spChg chg="mod">
          <ac:chgData name="Maxwell Mkondiwa" userId="840b722011609402" providerId="LiveId" clId="{7A1BC428-3083-42B6-9325-56CA5A7BC8E0}" dt="2026-09-14T17:48:22.817" v="1231" actId="14100"/>
          <ac:spMkLst>
            <pc:docMk/>
            <pc:sldMk cId="3361674281" sldId="2146847579"/>
            <ac:spMk id="2" creationId="{6FD9B1CD-9E6F-92ED-9C4D-5E666A658FD1}"/>
          </ac:spMkLst>
        </pc:spChg>
        <pc:spChg chg="add mod">
          <ac:chgData name="Maxwell Mkondiwa" userId="840b722011609402" providerId="LiveId" clId="{7A1BC428-3083-42B6-9325-56CA5A7BC8E0}" dt="2026-09-14T18:16:08.615" v="1657" actId="113"/>
          <ac:spMkLst>
            <pc:docMk/>
            <pc:sldMk cId="3361674281" sldId="2146847579"/>
            <ac:spMk id="8" creationId="{BEFA88AA-2F3A-E52B-D3C8-E8781593448F}"/>
          </ac:spMkLst>
        </pc:spChg>
        <pc:spChg chg="add mod">
          <ac:chgData name="Maxwell Mkondiwa" userId="840b722011609402" providerId="LiveId" clId="{7A1BC428-3083-42B6-9325-56CA5A7BC8E0}" dt="2026-09-14T18:18:54.370" v="1702" actId="1076"/>
          <ac:spMkLst>
            <pc:docMk/>
            <pc:sldMk cId="3361674281" sldId="2146847579"/>
            <ac:spMk id="10" creationId="{3C9CB66D-748B-C80C-023D-6369B078EDF4}"/>
          </ac:spMkLst>
        </pc:spChg>
        <pc:picChg chg="add mod">
          <ac:chgData name="Maxwell Mkondiwa" userId="840b722011609402" providerId="LiveId" clId="{7A1BC428-3083-42B6-9325-56CA5A7BC8E0}" dt="2026-09-14T18:18:29.149" v="1698" actId="1076"/>
          <ac:picMkLst>
            <pc:docMk/>
            <pc:sldMk cId="3361674281" sldId="2146847579"/>
            <ac:picMk id="4" creationId="{F800382A-52A5-732C-3ABB-E856E4B2F20B}"/>
          </ac:picMkLst>
        </pc:picChg>
        <pc:picChg chg="mod">
          <ac:chgData name="Maxwell Mkondiwa" userId="840b722011609402" providerId="LiveId" clId="{7A1BC428-3083-42B6-9325-56CA5A7BC8E0}" dt="2026-09-14T18:18:44.687" v="1699" actId="14100"/>
          <ac:picMkLst>
            <pc:docMk/>
            <pc:sldMk cId="3361674281" sldId="2146847579"/>
            <ac:picMk id="5" creationId="{601F25A6-16FC-B3DC-30CC-B65A3CE14320}"/>
          </ac:picMkLst>
        </pc:picChg>
        <pc:picChg chg="add mod">
          <ac:chgData name="Maxwell Mkondiwa" userId="840b722011609402" providerId="LiveId" clId="{7A1BC428-3083-42B6-9325-56CA5A7BC8E0}" dt="2026-09-14T18:18:49.764" v="1701" actId="1076"/>
          <ac:picMkLst>
            <pc:docMk/>
            <pc:sldMk cId="3361674281" sldId="2146847579"/>
            <ac:picMk id="7" creationId="{061BDC97-549F-98C1-2A5C-57398E4CCA4E}"/>
          </ac:picMkLst>
        </pc:picChg>
      </pc:sldChg>
      <pc:sldChg chg="addSp delSp modSp mod">
        <pc:chgData name="Maxwell Mkondiwa" userId="840b722011609402" providerId="LiveId" clId="{7A1BC428-3083-42B6-9325-56CA5A7BC8E0}" dt="2026-09-14T19:08:45.340" v="3089" actId="14100"/>
        <pc:sldMkLst>
          <pc:docMk/>
          <pc:sldMk cId="1776295168" sldId="2146847580"/>
        </pc:sldMkLst>
        <pc:spChg chg="mod">
          <ac:chgData name="Maxwell Mkondiwa" userId="840b722011609402" providerId="LiveId" clId="{7A1BC428-3083-42B6-9325-56CA5A7BC8E0}" dt="2026-09-14T18:59:36.618" v="2801" actId="1076"/>
          <ac:spMkLst>
            <pc:docMk/>
            <pc:sldMk cId="1776295168" sldId="2146847580"/>
            <ac:spMk id="2" creationId="{7F5CB5D2-D00A-E3DF-CDAF-2D4174D52313}"/>
          </ac:spMkLst>
        </pc:spChg>
        <pc:spChg chg="add mod">
          <ac:chgData name="Maxwell Mkondiwa" userId="840b722011609402" providerId="LiveId" clId="{7A1BC428-3083-42B6-9325-56CA5A7BC8E0}" dt="2026-09-14T18:49:57.669" v="2686" actId="1076"/>
          <ac:spMkLst>
            <pc:docMk/>
            <pc:sldMk cId="1776295168" sldId="2146847580"/>
            <ac:spMk id="5" creationId="{400733D9-8CED-4AC2-2627-A7332410BE23}"/>
          </ac:spMkLst>
        </pc:spChg>
        <pc:spChg chg="add mod">
          <ac:chgData name="Maxwell Mkondiwa" userId="840b722011609402" providerId="LiveId" clId="{7A1BC428-3083-42B6-9325-56CA5A7BC8E0}" dt="2026-09-14T19:00:11.013" v="2816" actId="1076"/>
          <ac:spMkLst>
            <pc:docMk/>
            <pc:sldMk cId="1776295168" sldId="2146847580"/>
            <ac:spMk id="10" creationId="{4193E813-01DD-C583-E245-DF24FAF04D41}"/>
          </ac:spMkLst>
        </pc:spChg>
        <pc:spChg chg="add mod">
          <ac:chgData name="Maxwell Mkondiwa" userId="840b722011609402" providerId="LiveId" clId="{7A1BC428-3083-42B6-9325-56CA5A7BC8E0}" dt="2026-09-14T19:00:29.142" v="2828" actId="20577"/>
          <ac:spMkLst>
            <pc:docMk/>
            <pc:sldMk cId="1776295168" sldId="2146847580"/>
            <ac:spMk id="13" creationId="{3C017EF2-948B-FA79-6AFA-8C0F9FCEF7EB}"/>
          </ac:spMkLst>
        </pc:spChg>
        <pc:graphicFrameChg chg="mod modGraphic">
          <ac:chgData name="Maxwell Mkondiwa" userId="840b722011609402" providerId="LiveId" clId="{7A1BC428-3083-42B6-9325-56CA5A7BC8E0}" dt="2026-09-14T19:08:45.340" v="3089" actId="14100"/>
          <ac:graphicFrameMkLst>
            <pc:docMk/>
            <pc:sldMk cId="1776295168" sldId="2146847580"/>
            <ac:graphicFrameMk id="4" creationId="{A4B9932B-2595-0CF8-550D-3BD0AA012C29}"/>
          </ac:graphicFrameMkLst>
        </pc:graphicFrameChg>
        <pc:graphicFrameChg chg="add mod modGraphic">
          <ac:chgData name="Maxwell Mkondiwa" userId="840b722011609402" providerId="LiveId" clId="{7A1BC428-3083-42B6-9325-56CA5A7BC8E0}" dt="2026-09-14T19:00:17.157" v="2817" actId="1076"/>
          <ac:graphicFrameMkLst>
            <pc:docMk/>
            <pc:sldMk cId="1776295168" sldId="2146847580"/>
            <ac:graphicFrameMk id="8" creationId="{CE3B2BCC-C6BD-5371-8AB2-F4718EC145D9}"/>
          </ac:graphicFrameMkLst>
        </pc:graphicFrameChg>
        <pc:graphicFrameChg chg="add mod modGraphic">
          <ac:chgData name="Maxwell Mkondiwa" userId="840b722011609402" providerId="LiveId" clId="{7A1BC428-3083-42B6-9325-56CA5A7BC8E0}" dt="2026-09-14T19:00:34.110" v="2829" actId="1076"/>
          <ac:graphicFrameMkLst>
            <pc:docMk/>
            <pc:sldMk cId="1776295168" sldId="2146847580"/>
            <ac:graphicFrameMk id="11" creationId="{B1B97F20-AB4E-E53E-8B44-E649E33E4F66}"/>
          </ac:graphicFrameMkLst>
        </pc:graphicFrameChg>
        <pc:picChg chg="add del mod">
          <ac:chgData name="Maxwell Mkondiwa" userId="840b722011609402" providerId="LiveId" clId="{7A1BC428-3083-42B6-9325-56CA5A7BC8E0}" dt="2026-09-14T18:49:24.733" v="2680" actId="22"/>
          <ac:picMkLst>
            <pc:docMk/>
            <pc:sldMk cId="1776295168" sldId="2146847580"/>
            <ac:picMk id="7" creationId="{43C4CE72-3366-EA05-9FF5-D2CE607CCF62}"/>
          </ac:picMkLst>
        </pc:picChg>
      </pc:sldChg>
      <pc:sldChg chg="modSp mod">
        <pc:chgData name="Maxwell Mkondiwa" userId="840b722011609402" providerId="LiveId" clId="{7A1BC428-3083-42B6-9325-56CA5A7BC8E0}" dt="2026-09-14T19:12:38.669" v="3128" actId="114"/>
        <pc:sldMkLst>
          <pc:docMk/>
          <pc:sldMk cId="2796009551" sldId="2146847581"/>
        </pc:sldMkLst>
        <pc:spChg chg="mod">
          <ac:chgData name="Maxwell Mkondiwa" userId="840b722011609402" providerId="LiveId" clId="{7A1BC428-3083-42B6-9325-56CA5A7BC8E0}" dt="2026-09-14T18:28:56.116" v="2139" actId="20577"/>
          <ac:spMkLst>
            <pc:docMk/>
            <pc:sldMk cId="2796009551" sldId="2146847581"/>
            <ac:spMk id="2" creationId="{D1247B0D-F8B1-D5A8-35AE-C664F2C28C47}"/>
          </ac:spMkLst>
        </pc:spChg>
        <pc:spChg chg="mod">
          <ac:chgData name="Maxwell Mkondiwa" userId="840b722011609402" providerId="LiveId" clId="{7A1BC428-3083-42B6-9325-56CA5A7BC8E0}" dt="2026-09-14T19:12:38.669" v="3128" actId="114"/>
          <ac:spMkLst>
            <pc:docMk/>
            <pc:sldMk cId="2796009551" sldId="2146847581"/>
            <ac:spMk id="3" creationId="{FB6FF5A9-0C5F-0966-80A2-D32625BD4C0F}"/>
          </ac:spMkLst>
        </pc:spChg>
      </pc:sldChg>
      <pc:sldChg chg="del">
        <pc:chgData name="Maxwell Mkondiwa" userId="840b722011609402" providerId="LiveId" clId="{7A1BC428-3083-42B6-9325-56CA5A7BC8E0}" dt="2026-09-14T17:38:52.764" v="1109" actId="47"/>
        <pc:sldMkLst>
          <pc:docMk/>
          <pc:sldMk cId="3805037639" sldId="2146847582"/>
        </pc:sldMkLst>
      </pc:sldChg>
      <pc:sldChg chg="new del">
        <pc:chgData name="Maxwell Mkondiwa" userId="840b722011609402" providerId="LiveId" clId="{7A1BC428-3083-42B6-9325-56CA5A7BC8E0}" dt="2026-09-14T17:31:52.623" v="1067" actId="47"/>
        <pc:sldMkLst>
          <pc:docMk/>
          <pc:sldMk cId="2545016202" sldId="2146847583"/>
        </pc:sldMkLst>
      </pc:sldChg>
      <pc:sldChg chg="addSp delSp modSp new mod">
        <pc:chgData name="Maxwell Mkondiwa" userId="840b722011609402" providerId="LiveId" clId="{7A1BC428-3083-42B6-9325-56CA5A7BC8E0}" dt="2026-09-14T19:05:26.501" v="2941" actId="1076"/>
        <pc:sldMkLst>
          <pc:docMk/>
          <pc:sldMk cId="1953300416" sldId="2146847584"/>
        </pc:sldMkLst>
        <pc:spChg chg="add del mod">
          <ac:chgData name="Maxwell Mkondiwa" userId="840b722011609402" providerId="LiveId" clId="{7A1BC428-3083-42B6-9325-56CA5A7BC8E0}" dt="2026-09-14T19:05:26.501" v="2941" actId="1076"/>
          <ac:spMkLst>
            <pc:docMk/>
            <pc:sldMk cId="1953300416" sldId="2146847584"/>
            <ac:spMk id="4" creationId="{762431BC-3EC1-6BFD-F225-4212CDA796BC}"/>
          </ac:spMkLst>
        </pc:spChg>
        <pc:graphicFrameChg chg="add del mod modGraphic">
          <ac:chgData name="Maxwell Mkondiwa" userId="840b722011609402" providerId="LiveId" clId="{7A1BC428-3083-42B6-9325-56CA5A7BC8E0}" dt="2026-09-14T19:04:44.582" v="2930" actId="255"/>
          <ac:graphicFrameMkLst>
            <pc:docMk/>
            <pc:sldMk cId="1953300416" sldId="2146847584"/>
            <ac:graphicFrameMk id="2" creationId="{FB55270A-4D50-86B9-5D82-59433DD004F6}"/>
          </ac:graphicFrameMkLst>
        </pc:graphicFrameChg>
      </pc:sldChg>
      <pc:sldChg chg="addSp delSp modSp new del mod">
        <pc:chgData name="Maxwell Mkondiwa" userId="840b722011609402" providerId="LiveId" clId="{7A1BC428-3083-42B6-9325-56CA5A7BC8E0}" dt="2026-09-14T17:30:27.775" v="1051" actId="680"/>
        <pc:sldMkLst>
          <pc:docMk/>
          <pc:sldMk cId="3896921083" sldId="2146847584"/>
        </pc:sldMkLst>
        <pc:spChg chg="add">
          <ac:chgData name="Maxwell Mkondiwa" userId="840b722011609402" providerId="LiveId" clId="{7A1BC428-3083-42B6-9325-56CA5A7BC8E0}" dt="2026-09-14T17:30:01.537" v="1046"/>
          <ac:spMkLst>
            <pc:docMk/>
            <pc:sldMk cId="3896921083" sldId="2146847584"/>
            <ac:spMk id="10" creationId="{04CD054C-E2EB-0AEE-9706-25CA1C85C167}"/>
          </ac:spMkLst>
        </pc:spChg>
        <pc:graphicFrameChg chg="add mod">
          <ac:chgData name="Maxwell Mkondiwa" userId="840b722011609402" providerId="LiveId" clId="{7A1BC428-3083-42B6-9325-56CA5A7BC8E0}" dt="2026-09-14T17:30:01.537" v="1046"/>
          <ac:graphicFrameMkLst>
            <pc:docMk/>
            <pc:sldMk cId="3896921083" sldId="2146847584"/>
            <ac:graphicFrameMk id="8" creationId="{446852F3-DFB0-EF9F-5199-DC38611CCAD8}"/>
          </ac:graphicFrameMkLst>
        </pc:graphicFrameChg>
        <pc:picChg chg="add del mod">
          <ac:chgData name="Maxwell Mkondiwa" userId="840b722011609402" providerId="LiveId" clId="{7A1BC428-3083-42B6-9325-56CA5A7BC8E0}" dt="2026-09-14T17:28:53.604" v="1034" actId="22"/>
          <ac:picMkLst>
            <pc:docMk/>
            <pc:sldMk cId="3896921083" sldId="2146847584"/>
            <ac:picMk id="3" creationId="{1F7B0BF8-ABBC-0028-0E65-347192CC95B9}"/>
          </ac:picMkLst>
        </pc:picChg>
        <pc:picChg chg="add del mod">
          <ac:chgData name="Maxwell Mkondiwa" userId="840b722011609402" providerId="LiveId" clId="{7A1BC428-3083-42B6-9325-56CA5A7BC8E0}" dt="2026-09-14T17:30:26.875" v="1050" actId="22"/>
          <ac:picMkLst>
            <pc:docMk/>
            <pc:sldMk cId="3896921083" sldId="2146847584"/>
            <ac:picMk id="5" creationId="{C9DEDF04-E44C-958C-EA24-CF073EA44782}"/>
          </ac:picMkLst>
        </pc:picChg>
        <pc:picChg chg="add del mod">
          <ac:chgData name="Maxwell Mkondiwa" userId="840b722011609402" providerId="LiveId" clId="{7A1BC428-3083-42B6-9325-56CA5A7BC8E0}" dt="2026-09-14T17:29:58.236" v="1044" actId="22"/>
          <ac:picMkLst>
            <pc:docMk/>
            <pc:sldMk cId="3896921083" sldId="2146847584"/>
            <ac:picMk id="7" creationId="{1047535C-C9F7-3B40-EB6D-424D3390AE89}"/>
          </ac:picMkLst>
        </pc:picChg>
      </pc:sldChg>
      <pc:sldChg chg="new del">
        <pc:chgData name="Maxwell Mkondiwa" userId="840b722011609402" providerId="LiveId" clId="{7A1BC428-3083-42B6-9325-56CA5A7BC8E0}" dt="2026-09-14T18:05:35.077" v="1399" actId="47"/>
        <pc:sldMkLst>
          <pc:docMk/>
          <pc:sldMk cId="3216789537" sldId="2146847585"/>
        </pc:sldMkLst>
      </pc:sldChg>
      <pc:sldChg chg="new del">
        <pc:chgData name="Maxwell Mkondiwa" userId="840b722011609402" providerId="LiveId" clId="{7A1BC428-3083-42B6-9325-56CA5A7BC8E0}" dt="2026-09-14T18:00:46.302" v="1298" actId="47"/>
        <pc:sldMkLst>
          <pc:docMk/>
          <pc:sldMk cId="3638263539" sldId="2146847585"/>
        </pc:sldMkLst>
      </pc:sldChg>
      <pc:sldChg chg="addSp delSp modSp new mod">
        <pc:chgData name="Maxwell Mkondiwa" userId="840b722011609402" providerId="LiveId" clId="{7A1BC428-3083-42B6-9325-56CA5A7BC8E0}" dt="2026-09-14T18:07:53.859" v="1455" actId="1076"/>
        <pc:sldMkLst>
          <pc:docMk/>
          <pc:sldMk cId="3808311213" sldId="2146847586"/>
        </pc:sldMkLst>
        <pc:spChg chg="add mod">
          <ac:chgData name="Maxwell Mkondiwa" userId="840b722011609402" providerId="LiveId" clId="{7A1BC428-3083-42B6-9325-56CA5A7BC8E0}" dt="2026-09-14T18:07:53.859" v="1455" actId="1076"/>
          <ac:spMkLst>
            <pc:docMk/>
            <pc:sldMk cId="3808311213" sldId="2146847586"/>
            <ac:spMk id="4" creationId="{8363A1B2-756D-4EE3-4374-9B0FF682C717}"/>
          </ac:spMkLst>
        </pc:spChg>
        <pc:picChg chg="add del">
          <ac:chgData name="Maxwell Mkondiwa" userId="840b722011609402" providerId="LiveId" clId="{7A1BC428-3083-42B6-9325-56CA5A7BC8E0}" dt="2026-09-14T18:05:00.781" v="1387" actId="22"/>
          <ac:picMkLst>
            <pc:docMk/>
            <pc:sldMk cId="3808311213" sldId="2146847586"/>
            <ac:picMk id="2" creationId="{1DAA5261-E72A-3DBF-98FB-5D752316488F}"/>
          </ac:picMkLst>
        </pc:picChg>
        <pc:picChg chg="add mod">
          <ac:chgData name="Maxwell Mkondiwa" userId="840b722011609402" providerId="LiveId" clId="{7A1BC428-3083-42B6-9325-56CA5A7BC8E0}" dt="2026-09-14T18:07:18.224" v="1425" actId="14100"/>
          <ac:picMkLst>
            <pc:docMk/>
            <pc:sldMk cId="3808311213" sldId="2146847586"/>
            <ac:picMk id="3" creationId="{04BD9AEE-0B3E-5B35-22AF-78139809609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65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688" y="0"/>
            <a:ext cx="304165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69A9DC-B895-4E29-A53D-EF66F70A0679}" type="datetimeFigureOut">
              <a:rPr lang="en-ZW" smtClean="0"/>
              <a:t>14/9/2026</a:t>
            </a:fld>
            <a:endParaRPr lang="en-Z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1650" cy="3140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8338"/>
            <a:ext cx="5616575" cy="36639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200"/>
            <a:ext cx="304165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688" y="8839200"/>
            <a:ext cx="304165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659FC-2CC9-4CA3-BD27-544F706EB515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539487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D8282-1E67-4108-9DB9-B149158080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52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659FC-2CC9-4CA3-BD27-544F706EB515}" type="slidenum">
              <a:rPr lang="en-ZW" smtClean="0"/>
              <a:t>21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078093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and Author na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458009-5166-4CBA-B49D-1768AE0267DC}"/>
              </a:ext>
            </a:extLst>
          </p:cNvPr>
          <p:cNvPicPr preferRelativeResize="0"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11153" y="0"/>
            <a:ext cx="4992555" cy="216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914400" y="1797883"/>
            <a:ext cx="10363200" cy="1470025"/>
          </a:xfrm>
        </p:spPr>
        <p:txBody>
          <a:bodyPr/>
          <a:lstStyle>
            <a:lvl1pPr>
              <a:defRPr b="1">
                <a:solidFill>
                  <a:srgbClr val="77BD4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828800" y="3267908"/>
            <a:ext cx="8534400" cy="682625"/>
          </a:xfrm>
        </p:spPr>
        <p:txBody>
          <a:bodyPr>
            <a:norm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s-E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A9EDFD-748C-A054-CF80-0D1D7875F853}"/>
              </a:ext>
            </a:extLst>
          </p:cNvPr>
          <p:cNvPicPr preferRelativeResize="0"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5181" y="6529362"/>
            <a:ext cx="12192000" cy="10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3425CE9-2DBF-D6FF-E885-C6A11A9FD0BB}"/>
              </a:ext>
            </a:extLst>
          </p:cNvPr>
          <p:cNvSpPr/>
          <p:nvPr userDrawn="1"/>
        </p:nvSpPr>
        <p:spPr>
          <a:xfrm>
            <a:off x="6305973" y="6453336"/>
            <a:ext cx="4992555" cy="260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E1304B-1BF3-B82D-3EC3-AEE598A78DD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9822" y="6394532"/>
            <a:ext cx="4316815" cy="37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447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7BD4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09600" y="1524000"/>
            <a:ext cx="10972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42086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3800" b="1">
                <a:latin typeface="Circe Slab C Medium" panose="02060602050203020203" pitchFamily="18" charset="77"/>
                <a:ea typeface="Circe Slab C Medium" panose="02060602050203020203" pitchFamily="18" charset="77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09600" y="1524000"/>
            <a:ext cx="10972800" cy="4495800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noProof="0"/>
              <a:t>Click icon to add picture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639344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ictur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3800" b="1"/>
            </a:lvl1pPr>
          </a:lstStyle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197600" y="1527638"/>
            <a:ext cx="5386917" cy="639762"/>
          </a:xfrm>
        </p:spPr>
        <p:txBody>
          <a:bodyPr anchor="t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86002"/>
            <a:ext cx="5386917" cy="3810001"/>
          </a:xfrm>
        </p:spPr>
        <p:txBody>
          <a:bodyPr/>
          <a:lstStyle>
            <a:lvl1pPr>
              <a:defRPr sz="1800">
                <a:latin typeface="Avenir Next LT Pro" panose="020B0504020202020204" pitchFamily="34" charset="77"/>
                <a:cs typeface="Arial" panose="020B0604020202020204" pitchFamily="34" charset="0"/>
              </a:defRPr>
            </a:lvl1pPr>
            <a:lvl2pPr>
              <a:defRPr sz="2000">
                <a:latin typeface="Avenir Next LT Pro" panose="020B0504020202020204" pitchFamily="34" charset="77"/>
                <a:cs typeface="Times New Roman" panose="02020603050405020304" pitchFamily="18" charset="0"/>
              </a:defRPr>
            </a:lvl2pPr>
            <a:lvl3pPr>
              <a:defRPr sz="1800" i="1">
                <a:latin typeface="Avenir Next LT Pro" panose="020B0504020202020204" pitchFamily="34" charset="77"/>
                <a:cs typeface="Times New Roman" panose="02020603050405020304" pitchFamily="18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09600" y="1524000"/>
            <a:ext cx="5384800" cy="4572000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noProof="0"/>
              <a:t>Click icon to add picture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79059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5386917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86002"/>
            <a:ext cx="5386917" cy="3810001"/>
          </a:xfrm>
        </p:spPr>
        <p:txBody>
          <a:bodyPr/>
          <a:lstStyle>
            <a:lvl1pPr>
              <a:defRPr sz="1800">
                <a:latin typeface="Avenir Next LT Pro" panose="020B0504020202020204" pitchFamily="34" charset="77"/>
                <a:cs typeface="Arial" panose="020B0604020202020204" pitchFamily="34" charset="0"/>
              </a:defRPr>
            </a:lvl1pPr>
            <a:lvl2pPr>
              <a:defRPr sz="2000">
                <a:latin typeface="Avenir Next LT Pro" panose="020B0504020202020204" pitchFamily="34" charset="77"/>
                <a:cs typeface="Times New Roman" panose="02020603050405020304" pitchFamily="18" charset="0"/>
              </a:defRPr>
            </a:lvl2pPr>
            <a:lvl3pPr>
              <a:defRPr sz="1800" i="1">
                <a:latin typeface="Avenir Next LT Pro" panose="020B0504020202020204" pitchFamily="34" charset="77"/>
                <a:cs typeface="Times New Roman" panose="02020603050405020304" pitchFamily="18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197600" y="1524000"/>
            <a:ext cx="5384800" cy="4572000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noProof="0"/>
              <a:t>Click icon to add picture</a:t>
            </a:r>
            <a:endParaRPr lang="es-ES" noProof="0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56815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3800" b="1"/>
            </a:lvl1pPr>
          </a:lstStyle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9600" y="2255840"/>
            <a:ext cx="5283200" cy="3763963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0"/>
          </p:nvPr>
        </p:nvSpPr>
        <p:spPr>
          <a:xfrm>
            <a:off x="6328229" y="2255840"/>
            <a:ext cx="5283200" cy="3763963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609600" y="1524000"/>
            <a:ext cx="11074400" cy="609600"/>
          </a:xfrm>
        </p:spPr>
        <p:txBody>
          <a:bodyPr>
            <a:norm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99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3800" b="1"/>
            </a:lvl1pPr>
          </a:lstStyle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7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609600" y="1524000"/>
            <a:ext cx="11074400" cy="609600"/>
          </a:xfrm>
        </p:spPr>
        <p:txBody>
          <a:bodyPr>
            <a:norm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2"/>
          <p:cNvSpPr>
            <a:spLocks noGrp="1"/>
          </p:cNvSpPr>
          <p:nvPr>
            <p:ph type="body" sz="quarter" idx="16"/>
          </p:nvPr>
        </p:nvSpPr>
        <p:spPr>
          <a:xfrm>
            <a:off x="609600" y="4495800"/>
            <a:ext cx="11074400" cy="609600"/>
          </a:xfrm>
        </p:spPr>
        <p:txBody>
          <a:bodyPr>
            <a:norm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1960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and 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600200"/>
            <a:ext cx="6807200" cy="41910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Avenir Next LT Pro" panose="020B0504020202020204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721602" y="1600200"/>
            <a:ext cx="3860799" cy="1325562"/>
          </a:xfrm>
        </p:spPr>
        <p:txBody>
          <a:bodyPr rtlCol="0">
            <a:normAutofit/>
          </a:bodyPr>
          <a:lstStyle>
            <a:lvl1pPr>
              <a:defRPr sz="1600">
                <a:latin typeface="Avenir Next LT Pro" panose="020B0504020202020204" pitchFamily="34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s-ES" noProof="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3800" b="1"/>
            </a:lvl1pPr>
          </a:lstStyle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7721602" y="3008586"/>
            <a:ext cx="3860799" cy="1325562"/>
          </a:xfrm>
        </p:spPr>
        <p:txBody>
          <a:bodyPr rtlCol="0">
            <a:normAutofit/>
          </a:bodyPr>
          <a:lstStyle>
            <a:lvl1pPr>
              <a:defRPr sz="1600">
                <a:latin typeface="Avenir Next LT Pro" panose="020B0504020202020204" pitchFamily="34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s-ES" noProof="0" dirty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7721602" y="4419600"/>
            <a:ext cx="3860799" cy="1325562"/>
          </a:xfrm>
        </p:spPr>
        <p:txBody>
          <a:bodyPr rtlCol="0">
            <a:normAutofit/>
          </a:bodyPr>
          <a:lstStyle>
            <a:lvl1pPr>
              <a:defRPr sz="1600">
                <a:latin typeface="Avenir Next LT Pro" panose="020B0504020202020204" pitchFamily="34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62804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hree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3505200"/>
            <a:ext cx="10972800" cy="2438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Avenir Next LT Pro" panose="020B0504020202020204" pitchFamily="34" charset="77"/>
                <a:cs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09601" y="1600200"/>
            <a:ext cx="3454400" cy="1752600"/>
          </a:xfrm>
        </p:spPr>
        <p:txBody>
          <a:bodyPr rtlCol="0">
            <a:normAutofit/>
          </a:bodyPr>
          <a:lstStyle>
            <a:lvl1pPr>
              <a:defRPr sz="1600">
                <a:latin typeface="Avenir Next LT Pro" panose="020B0504020202020204" pitchFamily="34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s-ES" noProof="0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3800" b="1"/>
            </a:lvl1pPr>
          </a:lstStyle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4368800" y="1600200"/>
            <a:ext cx="3454400" cy="1752600"/>
          </a:xfrm>
        </p:spPr>
        <p:txBody>
          <a:bodyPr rtlCol="0">
            <a:normAutofit/>
          </a:bodyPr>
          <a:lstStyle>
            <a:lvl1pPr>
              <a:defRPr sz="1600">
                <a:latin typeface="Avenir Next LT Pro" panose="020B0504020202020204" pitchFamily="34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s-ES" noProof="0" dirty="0"/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8128000" y="1600200"/>
            <a:ext cx="3454400" cy="1752600"/>
          </a:xfrm>
        </p:spPr>
        <p:txBody>
          <a:bodyPr rtlCol="0">
            <a:normAutofit/>
          </a:bodyPr>
          <a:lstStyle>
            <a:lvl1pPr>
              <a:defRPr sz="1600">
                <a:latin typeface="Avenir Next LT Pro" panose="020B0504020202020204" pitchFamily="34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76112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 dirty="0"/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609600" y="1524000"/>
            <a:ext cx="10972800" cy="4419600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noProof="0"/>
              <a:t>Click icon to add chart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21665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207AE1-F03E-FE59-5B31-683995646B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32171" y="153988"/>
            <a:ext cx="3466684" cy="178668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E5535E41-77DF-F6F0-635C-1ED3840C6097}"/>
              </a:ext>
            </a:extLst>
          </p:cNvPr>
          <p:cNvSpPr txBox="1">
            <a:spLocks/>
          </p:cNvSpPr>
          <p:nvPr/>
        </p:nvSpPr>
        <p:spPr bwMode="auto">
          <a:xfrm>
            <a:off x="7384312" y="1840437"/>
            <a:ext cx="3962400" cy="20970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es-ES" sz="4000" b="1" dirty="0">
                <a:solidFill>
                  <a:srgbClr val="77BD42"/>
                </a:solidFill>
                <a:latin typeface="Circe Slab C Medium" panose="02060602050203020203" pitchFamily="18" charset="77"/>
                <a:ea typeface="Circe Slab C Medium" panose="02060602050203020203" pitchFamily="18" charset="77"/>
              </a:rPr>
              <a:t>Thank you for your interest!</a:t>
            </a:r>
            <a:endParaRPr lang="es-ES" altLang="es-ES" sz="4000" b="1" dirty="0">
              <a:solidFill>
                <a:srgbClr val="77BD42"/>
              </a:solidFill>
              <a:latin typeface="Circe Slab C Medium" panose="02060602050203020203" pitchFamily="18" charset="77"/>
              <a:ea typeface="Circe Slab C Medium" panose="02060602050203020203" pitchFamily="18" charset="77"/>
            </a:endParaRPr>
          </a:p>
        </p:txBody>
      </p:sp>
      <p:pic>
        <p:nvPicPr>
          <p:cNvPr id="7" name="Picture 6" descr="A logo with green and yellow dots&#10;&#10;Description automatically generated with medium confidence">
            <a:extLst>
              <a:ext uri="{FF2B5EF4-FFF2-40B4-BE49-F238E27FC236}">
                <a16:creationId xmlns:a16="http://schemas.microsoft.com/office/drawing/2014/main" id="{FF8168CA-8098-0C59-43DC-1A52FCE0221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2171" y="5445225"/>
            <a:ext cx="3466684" cy="8292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8BC321-14C9-F504-4F07-F488AF30FFF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341" y="153990"/>
            <a:ext cx="6701233" cy="65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98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6C348-AB8A-84B2-5917-87B9E64FA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F74755-418C-350F-D9B8-4FDB13B93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6CF4A-CB93-1B50-E328-C73915A52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23822-777D-4D6C-A3D4-DF64EDFC3C9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BF3C7-5EA5-FDC5-4B7D-96E707F32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0972F-0CE1-D58B-FCEB-F4D652792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150-9481-494B-BEE0-4D5AC97176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046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7D917-5834-4618-BFE2-DA0448F72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B237E-A3BD-0140-C5C7-3960A731B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575E5-B338-069E-CA48-7A1D315D0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23822-777D-4D6C-A3D4-DF64EDFC3C9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7B78E-A295-26C2-6838-02EE41297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5A5CC-C88F-BC4D-A84C-42E60BFED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150-9481-494B-BEE0-4D5AC97176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412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8E156E-2FFC-A57B-DEC9-287D6BC4F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23822-777D-4D6C-A3D4-DF64EDFC3C9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36875E-C56E-FB18-68DE-986BB331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098CB-E4D8-E5B9-3E54-830454ACD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150-9481-494B-BEE0-4D5AC97176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992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C3A3EC7-8D59-25CC-9D2A-41837C603EE7}"/>
              </a:ext>
            </a:extLst>
          </p:cNvPr>
          <p:cNvPicPr preferRelativeResize="0">
            <a:picLocks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-5181" y="6529362"/>
            <a:ext cx="12192000" cy="10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383B2C4-8931-841B-1890-74C1B5003A86}"/>
              </a:ext>
            </a:extLst>
          </p:cNvPr>
          <p:cNvSpPr/>
          <p:nvPr userDrawn="1"/>
        </p:nvSpPr>
        <p:spPr>
          <a:xfrm>
            <a:off x="6305973" y="6453336"/>
            <a:ext cx="4992555" cy="260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9705A1-B941-1FE4-CCE2-1F3B117C1FCF}"/>
              </a:ext>
            </a:extLst>
          </p:cNvPr>
          <p:cNvSpPr/>
          <p:nvPr userDrawn="1"/>
        </p:nvSpPr>
        <p:spPr>
          <a:xfrm>
            <a:off x="7152117" y="-17581"/>
            <a:ext cx="5039883" cy="180000"/>
          </a:xfrm>
          <a:prstGeom prst="rect">
            <a:avLst/>
          </a:prstGeom>
          <a:solidFill>
            <a:srgbClr val="77BD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A3C658-1CA4-27BD-27D6-919CC40B7E98}"/>
              </a:ext>
            </a:extLst>
          </p:cNvPr>
          <p:cNvSpPr/>
          <p:nvPr userDrawn="1"/>
        </p:nvSpPr>
        <p:spPr>
          <a:xfrm flipV="1">
            <a:off x="7826104" y="-17582"/>
            <a:ext cx="672075" cy="180000"/>
          </a:xfrm>
          <a:prstGeom prst="rect">
            <a:avLst/>
          </a:prstGeom>
          <a:solidFill>
            <a:srgbClr val="3266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9E2F6B-A479-C494-F80D-4189D4703ED7}"/>
              </a:ext>
            </a:extLst>
          </p:cNvPr>
          <p:cNvSpPr/>
          <p:nvPr userDrawn="1"/>
        </p:nvSpPr>
        <p:spPr>
          <a:xfrm flipV="1">
            <a:off x="8500089" y="-17582"/>
            <a:ext cx="672075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933ECF-0C2E-8D66-53A2-B2F207F481D5}"/>
              </a:ext>
            </a:extLst>
          </p:cNvPr>
          <p:cNvSpPr/>
          <p:nvPr userDrawn="1"/>
        </p:nvSpPr>
        <p:spPr>
          <a:xfrm flipV="1">
            <a:off x="9179539" y="-17582"/>
            <a:ext cx="372805" cy="1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F0B9DC-89FC-D980-5675-E86FAF559196}"/>
              </a:ext>
            </a:extLst>
          </p:cNvPr>
          <p:cNvSpPr/>
          <p:nvPr userDrawn="1"/>
        </p:nvSpPr>
        <p:spPr>
          <a:xfrm flipV="1">
            <a:off x="9543604" y="-17582"/>
            <a:ext cx="372805" cy="18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4D1A209-3B63-5687-F1E2-D5E677492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MX"/>
              <a:t>Click to edit Master title style</a:t>
            </a:r>
            <a:endParaRPr lang="es-ES" altLang="en-MX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DC4DBFD-8970-895B-2F96-859E53E60F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MX" dirty="0"/>
              <a:t>Click to edit Master text styles</a:t>
            </a:r>
          </a:p>
          <a:p>
            <a:pPr lvl="1"/>
            <a:r>
              <a:rPr lang="en-US" altLang="en-MX" dirty="0"/>
              <a:t>Second level</a:t>
            </a:r>
          </a:p>
          <a:p>
            <a:pPr lvl="2"/>
            <a:r>
              <a:rPr lang="en-US" altLang="en-MX" dirty="0"/>
              <a:t>Third level</a:t>
            </a:r>
          </a:p>
          <a:p>
            <a:pPr lvl="3"/>
            <a:r>
              <a:rPr lang="en-US" altLang="en-MX" dirty="0"/>
              <a:t>Fourth level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1EBC9E2-C989-95B4-A937-8F795F66C1DB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9822" y="6394532"/>
            <a:ext cx="4316815" cy="37693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10" r:id="rId11"/>
    <p:sldLayoutId id="2147483711" r:id="rId12"/>
    <p:sldLayoutId id="2147483712" r:id="rId13"/>
    <p:sldLayoutId id="2147483713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00" b="1" kern="1200">
          <a:solidFill>
            <a:srgbClr val="77BD42"/>
          </a:solidFill>
          <a:latin typeface="Circe Slab C Medium" panose="02060602050203020203" pitchFamily="18" charset="77"/>
          <a:ea typeface="Circe Slab C Medium" panose="02060602050203020203" pitchFamily="18" charset="77"/>
          <a:cs typeface="Arial" panose="020B06040202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accent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accent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accent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accent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accent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accent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accent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accent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Avenir Next LT Pro" panose="020B0504020202020204" pitchFamily="34" charset="77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Avenir Next LT Pro" panose="020B0504020202020204" pitchFamily="34" charset="77"/>
          <a:ea typeface="+mn-ea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 LT Pro" panose="020B0504020202020204" pitchFamily="34" charset="77"/>
          <a:ea typeface="+mn-ea"/>
          <a:cs typeface="Times New Roman" panose="02020603050405020304" pitchFamily="18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i="1" kern="1200">
          <a:solidFill>
            <a:schemeClr val="tx1"/>
          </a:solidFill>
          <a:latin typeface="Avenir Next LT Pro" panose="020B0504020202020204" pitchFamily="34" charset="77"/>
          <a:ea typeface="+mn-ea"/>
          <a:cs typeface="Times New Roman" panose="02020603050405020304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di.worldbank.org/table/4.16" TargetMode="Externa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iA2030-ex-ante/Risk_modern_portfolio_theory_EV_model" TargetMode="External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EiA2030-ex-ante/WTP_Bounds_SOSD_Risk_Model" TargetMode="Externa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mailto:m.mkondiwa@cgiar.org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187ED-5A9E-2683-8AD3-548DDF3B0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84" y="1122363"/>
            <a:ext cx="11972080" cy="2387600"/>
          </a:xfrm>
        </p:spPr>
        <p:txBody>
          <a:bodyPr>
            <a:normAutofit/>
          </a:bodyPr>
          <a:lstStyle/>
          <a:p>
            <a:r>
              <a:rPr lang="en-US" sz="4800" dirty="0"/>
              <a:t>Risk and Bio-Economic Modeling of Farming Systems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DFDDB-F973-5676-C4FC-ED6862A29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3096"/>
            <a:ext cx="9144000" cy="964704"/>
          </a:xfrm>
        </p:spPr>
        <p:txBody>
          <a:bodyPr/>
          <a:lstStyle/>
          <a:p>
            <a:r>
              <a:rPr lang="en-US" dirty="0"/>
              <a:t>Maxwell Mkondiwa</a:t>
            </a:r>
          </a:p>
          <a:p>
            <a:r>
              <a:rPr lang="en-US" dirty="0"/>
              <a:t>CIMMYT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A6E49-1FAB-D449-CBA6-CA572173231C}"/>
              </a:ext>
            </a:extLst>
          </p:cNvPr>
          <p:cNvSpPr txBox="1"/>
          <p:nvPr/>
        </p:nvSpPr>
        <p:spPr>
          <a:xfrm>
            <a:off x="407368" y="5735637"/>
            <a:ext cx="11449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at International Training on System Approaches for Integrated Analysis of Agricultural Systems, </a:t>
            </a:r>
          </a:p>
          <a:p>
            <a:r>
              <a:rPr lang="en-US" dirty="0"/>
              <a:t>Sept 14-16, 2026.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4874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4C354-0CAB-1EC3-14CD-8132B2562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12D15-E824-21B9-B712-6C347328F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760"/>
            <a:ext cx="11319048" cy="511256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Yield gaps, profit gaps, and livelihood gaps: Systems thinking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Economist’s translation of typologies</a:t>
            </a:r>
            <a:r>
              <a:rPr lang="en-US" dirty="0"/>
              <a:t> as </a:t>
            </a:r>
            <a:r>
              <a:rPr lang="en-US" b="1" dirty="0"/>
              <a:t>socio-technical groups </a:t>
            </a:r>
            <a:r>
              <a:rPr lang="en-US" dirty="0"/>
              <a:t>and </a:t>
            </a:r>
            <a:r>
              <a:rPr lang="en-US" b="1" dirty="0"/>
              <a:t>yield gaps </a:t>
            </a:r>
            <a:r>
              <a:rPr lang="en-US" dirty="0"/>
              <a:t>as in-efficiencies: Latent class stochastic frontier approach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Dealing with multiple objectives: Systems and risk considerations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Regional farm type and individual farm model (IFM) level bio-economic optimization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2683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8749A-79D8-738C-5C7E-9FC887B32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84" y="-134175"/>
            <a:ext cx="11282344" cy="1147187"/>
          </a:xfrm>
        </p:spPr>
        <p:txBody>
          <a:bodyPr>
            <a:normAutofit/>
          </a:bodyPr>
          <a:lstStyle/>
          <a:p>
            <a:r>
              <a:rPr lang="en-US" dirty="0"/>
              <a:t>(1) From </a:t>
            </a:r>
            <a:r>
              <a:rPr lang="en-US" b="1" dirty="0"/>
              <a:t>yield gaps </a:t>
            </a:r>
            <a:r>
              <a:rPr lang="en-US" dirty="0"/>
              <a:t>to </a:t>
            </a:r>
            <a:r>
              <a:rPr lang="en-US" b="1" dirty="0"/>
              <a:t>profit gaps </a:t>
            </a:r>
            <a:r>
              <a:rPr lang="en-US" dirty="0"/>
              <a:t>and </a:t>
            </a:r>
            <a:r>
              <a:rPr lang="en-US" b="1" dirty="0"/>
              <a:t>livelihood gaps </a:t>
            </a:r>
            <a:endParaRPr lang="en-IN" b="1" dirty="0"/>
          </a:p>
        </p:txBody>
      </p:sp>
      <p:pic>
        <p:nvPicPr>
          <p:cNvPr id="4" name="Content Placeholder 3" descr="Fig. 5">
            <a:extLst>
              <a:ext uri="{FF2B5EF4-FFF2-40B4-BE49-F238E27FC236}">
                <a16:creationId xmlns:a16="http://schemas.microsoft.com/office/drawing/2014/main" id="{D333E5EA-F9B5-F742-1378-7E7A0326D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384" y="2849752"/>
            <a:ext cx="5664880" cy="3912321"/>
          </a:xfrm>
          <a:prstGeom prst="rect">
            <a:avLst/>
          </a:prstGeom>
        </p:spPr>
      </p:pic>
      <p:pic>
        <p:nvPicPr>
          <p:cNvPr id="6" name="Picture 5" descr="The image is a citation for an open-access research article from the field of Agricultural and Food Economics, discussing the profit disparities in rice and wheat production in India's marginalized regions.&#10;&#10;AI-generated content may be incorrect.">
            <a:extLst>
              <a:ext uri="{FF2B5EF4-FFF2-40B4-BE49-F238E27FC236}">
                <a16:creationId xmlns:a16="http://schemas.microsoft.com/office/drawing/2014/main" id="{1A77A848-CF70-E036-1F92-B119830A2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14" y="950165"/>
            <a:ext cx="3958000" cy="1624599"/>
          </a:xfrm>
          <a:prstGeom prst="rect">
            <a:avLst/>
          </a:prstGeom>
        </p:spPr>
      </p:pic>
      <p:pic>
        <p:nvPicPr>
          <p:cNvPr id="8" name="Picture 7" descr="The diagram shows a comparison of benefit-cost ratios for various crops, such as rice, maize, and soybean, across different years from 2000 to 2020.&#10;&#10;AI-generated content may be incorrect.">
            <a:extLst>
              <a:ext uri="{FF2B5EF4-FFF2-40B4-BE49-F238E27FC236}">
                <a16:creationId xmlns:a16="http://schemas.microsoft.com/office/drawing/2014/main" id="{AA83D3B6-36FB-D37E-A27B-93C056442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972" y="3717032"/>
            <a:ext cx="5664880" cy="2759634"/>
          </a:xfrm>
          <a:prstGeom prst="rect">
            <a:avLst/>
          </a:prstGeom>
        </p:spPr>
      </p:pic>
      <p:pic>
        <p:nvPicPr>
          <p:cNvPr id="10" name="Picture 9" descr="The image is an abstract representation of a research abstract on the variability of agricultural land per capita in India and its impact on household income, with a focus on the uncertainty of return on investment.&#10;&#10;AI-generated content may be incorrect.">
            <a:extLst>
              <a:ext uri="{FF2B5EF4-FFF2-40B4-BE49-F238E27FC236}">
                <a16:creationId xmlns:a16="http://schemas.microsoft.com/office/drawing/2014/main" id="{200AEE37-CB34-78E7-7802-46B1909F34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713" y="808021"/>
            <a:ext cx="4873773" cy="17667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0C3768-7C71-900D-E944-D30761921C36}"/>
              </a:ext>
            </a:extLst>
          </p:cNvPr>
          <p:cNvSpPr txBox="1"/>
          <p:nvPr/>
        </p:nvSpPr>
        <p:spPr>
          <a:xfrm>
            <a:off x="6640987" y="2365190"/>
            <a:ext cx="52212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Though field crops profitable, across 2000-2020, only mustard and chickpea generate enough income </a:t>
            </a:r>
            <a:r>
              <a:rPr lang="en-US" b="1" dirty="0">
                <a:solidFill>
                  <a:srgbClr val="FF0000"/>
                </a:solidFill>
              </a:rPr>
              <a:t>(crop personal daily income, CPDI) </a:t>
            </a:r>
            <a:r>
              <a:rPr lang="en-US" b="1" dirty="0"/>
              <a:t>to reach $2.15/person/day poverty line for those with &lt;1 ha/capita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02415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B1CD-9E6F-92ED-9C4D-5E666A658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11582400" cy="1143000"/>
          </a:xfrm>
        </p:spPr>
        <p:txBody>
          <a:bodyPr/>
          <a:lstStyle/>
          <a:p>
            <a:r>
              <a:rPr lang="en-US" sz="2800" dirty="0"/>
              <a:t>Stylized facts: (1) Net returns more variable than gross returns, (2) farmers growing multiple crops per year still poor despite potential </a:t>
            </a:r>
            <a:endParaRPr lang="en-IN" sz="2800" dirty="0"/>
          </a:p>
        </p:txBody>
      </p:sp>
      <p:pic>
        <p:nvPicPr>
          <p:cNvPr id="5" name="Picture 4" descr="The image is a line graph showing the coefficient of variation (CV) in net and gross returns per hectare for various crops over a span of 70 years.&#10;&#10;AI-generated content may be incorrect.">
            <a:extLst>
              <a:ext uri="{FF2B5EF4-FFF2-40B4-BE49-F238E27FC236}">
                <a16:creationId xmlns:a16="http://schemas.microsoft.com/office/drawing/2014/main" id="{601F25A6-16FC-B3DC-30CC-B65A3CE14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98162"/>
            <a:ext cx="4567448" cy="26949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00382A-52A5-732C-3ABB-E856E4B2F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56" y="4385510"/>
            <a:ext cx="7272809" cy="23647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1BDC97-549F-98C1-2A5C-57398E4CC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007" y="1665164"/>
            <a:ext cx="6680624" cy="26548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FA88AA-2F3A-E52B-D3C8-E8781593448F}"/>
              </a:ext>
            </a:extLst>
          </p:cNvPr>
          <p:cNvSpPr txBox="1"/>
          <p:nvPr/>
        </p:nvSpPr>
        <p:spPr>
          <a:xfrm>
            <a:off x="7824192" y="1334275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SURVEY EVIDENCE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9CB66D-748B-C80C-023D-6369B078EDF4}"/>
              </a:ext>
            </a:extLst>
          </p:cNvPr>
          <p:cNvSpPr txBox="1"/>
          <p:nvPr/>
        </p:nvSpPr>
        <p:spPr>
          <a:xfrm>
            <a:off x="8175392" y="3983449"/>
            <a:ext cx="398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AGRONOMIC TRIAL EVIDENCE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61674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76D97-E35A-D7DB-1DC0-8E20EC264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90448" cy="1263675"/>
          </a:xfrm>
        </p:spPr>
        <p:txBody>
          <a:bodyPr/>
          <a:lstStyle/>
          <a:p>
            <a:r>
              <a:rPr lang="en-US" dirty="0"/>
              <a:t>(2) Integrated typology-yield/welfare gap analysis framework: On-going work</a:t>
            </a:r>
            <a:endParaRPr lang="en-IN" dirty="0"/>
          </a:p>
        </p:txBody>
      </p:sp>
      <p:pic>
        <p:nvPicPr>
          <p:cNvPr id="4" name="Content Placeholder 3" descr="A diagram of a work flow&#10;&#10;AI-generated content may be incorrect.">
            <a:extLst>
              <a:ext uri="{FF2B5EF4-FFF2-40B4-BE49-F238E27FC236}">
                <a16:creationId xmlns:a16="http://schemas.microsoft.com/office/drawing/2014/main" id="{1C5F490F-E394-603A-78CB-483B4540E7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408" y="1610147"/>
            <a:ext cx="10287022" cy="467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18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8761A-6371-A38D-F32D-0804671E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90"/>
          </a:xfrm>
        </p:spPr>
        <p:txBody>
          <a:bodyPr/>
          <a:lstStyle/>
          <a:p>
            <a:r>
              <a:rPr lang="en-US" dirty="0"/>
              <a:t>Descriptive heterogeneity analysis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C6C590-98B5-A159-26BD-90C8AEC025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190892"/>
                <a:ext cx="7372400" cy="5262443"/>
              </a:xfrm>
            </p:spPr>
            <p:txBody>
              <a:bodyPr/>
              <a:lstStyle/>
              <a:p>
                <a:r>
                  <a:rPr lang="en-US" dirty="0"/>
                  <a:t>Cobb-Douglas production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</m:e>
                      </m:func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func>
                        <m:func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</m:e>
                      </m:func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func>
                        <m:func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</m:e>
                      </m:func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func>
                        <m:func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</m:e>
                      </m:func>
                      <m:r>
                        <a:rPr lang="en-IN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  <a:p>
                <a:r>
                  <a:rPr lang="en-US" dirty="0"/>
                  <a:t>Assuming, a farmer maximizes profits, the optimization results imply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𝑖𝑡</m:t>
                            </m:r>
                          </m:sub>
                        </m:sSub>
                      </m:den>
                    </m:f>
                  </m:oMath>
                </a14:m>
                <a:endParaRPr lang="en-IN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IN" dirty="0">
                    <a:solidFill>
                      <a:srgbClr val="FF0000"/>
                    </a:solidFill>
                  </a:rPr>
                  <a:t>Share of input cost in total revenue=Effect of the input on yield</a:t>
                </a:r>
              </a:p>
              <a:p>
                <a:r>
                  <a:rPr lang="en-IN" dirty="0"/>
                  <a:t>If different across farmers, farmers are using </a:t>
                </a:r>
                <a:r>
                  <a:rPr lang="en-IN" b="1" dirty="0"/>
                  <a:t>different input-output technologies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C6C590-98B5-A159-26BD-90C8AEC025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190892"/>
                <a:ext cx="7372400" cy="5262443"/>
              </a:xfrm>
              <a:blipFill>
                <a:blip r:embed="rId2"/>
                <a:stretch>
                  <a:fillRect l="-1241" t="-9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he diagram illustrates the density of wheat production for three consecutive years (2017-18, 2018-19, and 2019-20) and shows how irrigation levels impact crop density.&#10;&#10;AI-generated content may be incorrect.">
            <a:extLst>
              <a:ext uri="{FF2B5EF4-FFF2-40B4-BE49-F238E27FC236}">
                <a16:creationId xmlns:a16="http://schemas.microsoft.com/office/drawing/2014/main" id="{9051EB9A-4F33-C261-7F69-2B5781690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176" y="980728"/>
            <a:ext cx="3902224" cy="2797378"/>
          </a:xfrm>
          <a:prstGeom prst="rect">
            <a:avLst/>
          </a:prstGeom>
        </p:spPr>
      </p:pic>
      <p:pic>
        <p:nvPicPr>
          <p:cNvPr id="7" name="Picture 6" descr="A graph of a graph of a wheat and a machine share&#10;&#10;AI-generated content may be incorrect.">
            <a:extLst>
              <a:ext uri="{FF2B5EF4-FFF2-40B4-BE49-F238E27FC236}">
                <a16:creationId xmlns:a16="http://schemas.microsoft.com/office/drawing/2014/main" id="{41D68B7F-FFD4-8813-8714-9B5ABFFE5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881" y="3951261"/>
            <a:ext cx="3902224" cy="263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872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B5D2-D00A-E3DF-CDAF-2D4174D5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-114411"/>
            <a:ext cx="11582400" cy="778098"/>
          </a:xfrm>
        </p:spPr>
        <p:txBody>
          <a:bodyPr/>
          <a:lstStyle/>
          <a:p>
            <a:r>
              <a:rPr lang="en-US" sz="2800" dirty="0"/>
              <a:t>Efficiency scores for all farmers, typology probability factors and transitions</a:t>
            </a:r>
            <a:endParaRPr lang="en-IN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B9932B-2595-0CF8-550D-3BD0AA012C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1375324"/>
              </p:ext>
            </p:extLst>
          </p:nvPr>
        </p:nvGraphicFramePr>
        <p:xfrm>
          <a:off x="335360" y="548679"/>
          <a:ext cx="8280920" cy="27393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3727301905"/>
                    </a:ext>
                  </a:extLst>
                </a:gridCol>
                <a:gridCol w="902117">
                  <a:extLst>
                    <a:ext uri="{9D8B030D-6E8A-4147-A177-3AD203B41FA5}">
                      <a16:colId xmlns:a16="http://schemas.microsoft.com/office/drawing/2014/main" val="1925737638"/>
                    </a:ext>
                  </a:extLst>
                </a:gridCol>
                <a:gridCol w="1009337">
                  <a:extLst>
                    <a:ext uri="{9D8B030D-6E8A-4147-A177-3AD203B41FA5}">
                      <a16:colId xmlns:a16="http://schemas.microsoft.com/office/drawing/2014/main" val="3727109847"/>
                    </a:ext>
                  </a:extLst>
                </a:gridCol>
                <a:gridCol w="989303">
                  <a:extLst>
                    <a:ext uri="{9D8B030D-6E8A-4147-A177-3AD203B41FA5}">
                      <a16:colId xmlns:a16="http://schemas.microsoft.com/office/drawing/2014/main" val="1227246262"/>
                    </a:ext>
                  </a:extLst>
                </a:gridCol>
                <a:gridCol w="1326776">
                  <a:extLst>
                    <a:ext uri="{9D8B030D-6E8A-4147-A177-3AD203B41FA5}">
                      <a16:colId xmlns:a16="http://schemas.microsoft.com/office/drawing/2014/main" val="711734684"/>
                    </a:ext>
                  </a:extLst>
                </a:gridCol>
                <a:gridCol w="989303">
                  <a:extLst>
                    <a:ext uri="{9D8B030D-6E8A-4147-A177-3AD203B41FA5}">
                      <a16:colId xmlns:a16="http://schemas.microsoft.com/office/drawing/2014/main" val="3823503063"/>
                    </a:ext>
                  </a:extLst>
                </a:gridCol>
                <a:gridCol w="1623924">
                  <a:extLst>
                    <a:ext uri="{9D8B030D-6E8A-4147-A177-3AD203B41FA5}">
                      <a16:colId xmlns:a16="http://schemas.microsoft.com/office/drawing/2014/main" val="347659463"/>
                    </a:ext>
                  </a:extLst>
                </a:gridCol>
              </a:tblGrid>
              <a:tr h="25273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Wheat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</a:rPr>
                        <a:t>Rice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671098"/>
                  </a:ext>
                </a:extLst>
              </a:tr>
              <a:tr h="52075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Pooled model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</a:rPr>
                        <a:t>Type 1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</a:rPr>
                        <a:t>Type 2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Pooled model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</a:rPr>
                        <a:t>Type 1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</a:rPr>
                        <a:t>Type 2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3604891"/>
                  </a:ext>
                </a:extLst>
              </a:tr>
              <a:tr h="25273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Min.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0.34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0.31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0.86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0.17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0.71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0.16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7522904"/>
                  </a:ext>
                </a:extLst>
              </a:tr>
              <a:tr h="43622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1st Quartile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0.76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0.70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0.93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0.66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0.89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0.65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4342441"/>
                  </a:ext>
                </a:extLst>
              </a:tr>
              <a:tr h="25273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Median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0.83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0.80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</a:rPr>
                        <a:t>0.94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</a:rPr>
                        <a:t>0.78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0.92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0.78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095922"/>
                  </a:ext>
                </a:extLst>
              </a:tr>
              <a:tr h="25273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Mean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0.81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0.77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0.94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0.75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</a:rPr>
                        <a:t>0.91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0.75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7612541"/>
                  </a:ext>
                </a:extLst>
              </a:tr>
              <a:tr h="43622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3rd Quartile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0.88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0.87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</a:rPr>
                        <a:t>0.95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0.86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0.94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0.86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2542224"/>
                  </a:ext>
                </a:extLst>
              </a:tr>
              <a:tr h="25273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</a:rPr>
                        <a:t>Max.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0.97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0.96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0.97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</a:rPr>
                        <a:t>0.96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>
                          <a:effectLst/>
                        </a:rPr>
                        <a:t>0.96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0" dirty="0">
                          <a:effectLst/>
                        </a:rPr>
                        <a:t>0.96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39272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00733D9-8CED-4AC2-2627-A7332410BE23}"/>
              </a:ext>
            </a:extLst>
          </p:cNvPr>
          <p:cNvSpPr txBox="1"/>
          <p:nvPr/>
        </p:nvSpPr>
        <p:spPr>
          <a:xfrm>
            <a:off x="597421" y="6214030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s</a:t>
            </a:r>
            <a:r>
              <a:rPr lang="en-IN" sz="1800" b="1" i="0" dirty="0" err="1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falcmcross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function in </a:t>
            </a:r>
            <a:r>
              <a:rPr lang="en-IN" sz="1800" b="1" i="0" dirty="0" err="1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sfaR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package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E3B2BCC-C6BD-5371-8AB2-F4718EC14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595732"/>
              </p:ext>
            </p:extLst>
          </p:nvPr>
        </p:nvGraphicFramePr>
        <p:xfrm>
          <a:off x="228300" y="3759898"/>
          <a:ext cx="6333330" cy="233832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235568">
                  <a:extLst>
                    <a:ext uri="{9D8B030D-6E8A-4147-A177-3AD203B41FA5}">
                      <a16:colId xmlns:a16="http://schemas.microsoft.com/office/drawing/2014/main" val="1246149582"/>
                    </a:ext>
                  </a:extLst>
                </a:gridCol>
                <a:gridCol w="619761">
                  <a:extLst>
                    <a:ext uri="{9D8B030D-6E8A-4147-A177-3AD203B41FA5}">
                      <a16:colId xmlns:a16="http://schemas.microsoft.com/office/drawing/2014/main" val="3059115995"/>
                    </a:ext>
                  </a:extLst>
                </a:gridCol>
                <a:gridCol w="620926">
                  <a:extLst>
                    <a:ext uri="{9D8B030D-6E8A-4147-A177-3AD203B41FA5}">
                      <a16:colId xmlns:a16="http://schemas.microsoft.com/office/drawing/2014/main" val="3566796203"/>
                    </a:ext>
                  </a:extLst>
                </a:gridCol>
                <a:gridCol w="540543">
                  <a:extLst>
                    <a:ext uri="{9D8B030D-6E8A-4147-A177-3AD203B41FA5}">
                      <a16:colId xmlns:a16="http://schemas.microsoft.com/office/drawing/2014/main" val="4249447876"/>
                    </a:ext>
                  </a:extLst>
                </a:gridCol>
                <a:gridCol w="619761">
                  <a:extLst>
                    <a:ext uri="{9D8B030D-6E8A-4147-A177-3AD203B41FA5}">
                      <a16:colId xmlns:a16="http://schemas.microsoft.com/office/drawing/2014/main" val="2020824043"/>
                    </a:ext>
                  </a:extLst>
                </a:gridCol>
                <a:gridCol w="646555">
                  <a:extLst>
                    <a:ext uri="{9D8B030D-6E8A-4147-A177-3AD203B41FA5}">
                      <a16:colId xmlns:a16="http://schemas.microsoft.com/office/drawing/2014/main" val="3033510056"/>
                    </a:ext>
                  </a:extLst>
                </a:gridCol>
                <a:gridCol w="1050216">
                  <a:extLst>
                    <a:ext uri="{9D8B030D-6E8A-4147-A177-3AD203B41FA5}">
                      <a16:colId xmlns:a16="http://schemas.microsoft.com/office/drawing/2014/main" val="340090959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Rice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Wheat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 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20439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Estimate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Std.Error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P.value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Estimate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Std. Error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P.value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835225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Cl1_(Intercept)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-5.204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1.076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0.000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0.596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0.521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0.253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64882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Cl1_Irrigation source: Shallow tubewell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0.363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0.258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0.161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0.728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0.234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0.002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656663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Cl1_Irrigation source: Surface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0.228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0.710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0.749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  <a:highlight>
                            <a:srgbClr val="FFFF00"/>
                          </a:highlight>
                        </a:rPr>
                        <a:t>2.381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  <a:highlight>
                            <a:srgbClr val="FFFF00"/>
                          </a:highlight>
                        </a:rPr>
                        <a:t>0.406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0.000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61742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 dirty="0">
                          <a:effectLst/>
                        </a:rPr>
                        <a:t>Cl1_Distance to market 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 dirty="0">
                          <a:solidFill>
                            <a:srgbClr val="FF0000"/>
                          </a:solidFill>
                          <a:effectLst/>
                        </a:rPr>
                        <a:t>-0.462</a:t>
                      </a:r>
                      <a:endParaRPr lang="en-IN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 dirty="0">
                          <a:solidFill>
                            <a:srgbClr val="FF0000"/>
                          </a:solidFill>
                          <a:effectLst/>
                        </a:rPr>
                        <a:t>0.067</a:t>
                      </a:r>
                      <a:endParaRPr lang="en-IN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solidFill>
                            <a:srgbClr val="FF0000"/>
                          </a:solidFill>
                          <a:effectLst/>
                        </a:rPr>
                        <a:t>0.000</a:t>
                      </a:r>
                      <a:endParaRPr lang="en-IN" sz="1200" kern="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 dirty="0">
                          <a:solidFill>
                            <a:srgbClr val="FF0000"/>
                          </a:solidFill>
                          <a:effectLst/>
                        </a:rPr>
                        <a:t>0.151</a:t>
                      </a:r>
                      <a:endParaRPr lang="en-IN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 dirty="0">
                          <a:solidFill>
                            <a:srgbClr val="FF0000"/>
                          </a:solidFill>
                          <a:effectLst/>
                        </a:rPr>
                        <a:t>0.047</a:t>
                      </a:r>
                      <a:endParaRPr lang="en-IN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 dirty="0">
                          <a:solidFill>
                            <a:srgbClr val="FF0000"/>
                          </a:solidFill>
                          <a:effectLst/>
                        </a:rPr>
                        <a:t>0.001</a:t>
                      </a:r>
                      <a:endParaRPr lang="en-IN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21108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Cl1_Drainage class: Medium land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-0.088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0.356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0.804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0.299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0.292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 dirty="0">
                          <a:effectLst/>
                        </a:rPr>
                        <a:t>0.305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864687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Cl1_Drainage class: Upland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-0.413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0.497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0.406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0.437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0.390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0.263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937455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Cl1_Elevation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-2.084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0.652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0.001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-2.946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0.515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0.000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995959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Cl1_Soil texture: Light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4.192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1.074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0.000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-1.202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0.468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0.010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95301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 dirty="0">
                          <a:effectLst/>
                        </a:rPr>
                        <a:t>Cl1_Soil texture: Medium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3.691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1.025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0.000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-1.683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>
                          <a:effectLst/>
                        </a:rPr>
                        <a:t>0.401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000" kern="0" dirty="0">
                          <a:effectLst/>
                        </a:rPr>
                        <a:t>0.000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787363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193E813-01DD-C583-E245-DF24FAF04D41}"/>
              </a:ext>
            </a:extLst>
          </p:cNvPr>
          <p:cNvSpPr txBox="1"/>
          <p:nvPr/>
        </p:nvSpPr>
        <p:spPr>
          <a:xfrm>
            <a:off x="191344" y="3280487"/>
            <a:ext cx="6333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kern="100" dirty="0"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ypology separating variables (probability of typology 1)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1B97F20-AB4E-E53E-8B44-E649E33E4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276618"/>
              </p:ext>
            </p:extLst>
          </p:nvPr>
        </p:nvGraphicFramePr>
        <p:xfrm>
          <a:off x="6782492" y="3921501"/>
          <a:ext cx="5166697" cy="209613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303106">
                  <a:extLst>
                    <a:ext uri="{9D8B030D-6E8A-4147-A177-3AD203B41FA5}">
                      <a16:colId xmlns:a16="http://schemas.microsoft.com/office/drawing/2014/main" val="166277488"/>
                    </a:ext>
                  </a:extLst>
                </a:gridCol>
                <a:gridCol w="880168">
                  <a:extLst>
                    <a:ext uri="{9D8B030D-6E8A-4147-A177-3AD203B41FA5}">
                      <a16:colId xmlns:a16="http://schemas.microsoft.com/office/drawing/2014/main" val="3390732597"/>
                    </a:ext>
                  </a:extLst>
                </a:gridCol>
                <a:gridCol w="548675">
                  <a:extLst>
                    <a:ext uri="{9D8B030D-6E8A-4147-A177-3AD203B41FA5}">
                      <a16:colId xmlns:a16="http://schemas.microsoft.com/office/drawing/2014/main" val="3667098948"/>
                    </a:ext>
                  </a:extLst>
                </a:gridCol>
                <a:gridCol w="925890">
                  <a:extLst>
                    <a:ext uri="{9D8B030D-6E8A-4147-A177-3AD203B41FA5}">
                      <a16:colId xmlns:a16="http://schemas.microsoft.com/office/drawing/2014/main" val="3190011029"/>
                    </a:ext>
                  </a:extLst>
                </a:gridCol>
                <a:gridCol w="960183">
                  <a:extLst>
                    <a:ext uri="{9D8B030D-6E8A-4147-A177-3AD203B41FA5}">
                      <a16:colId xmlns:a16="http://schemas.microsoft.com/office/drawing/2014/main" val="459304387"/>
                    </a:ext>
                  </a:extLst>
                </a:gridCol>
                <a:gridCol w="548675">
                  <a:extLst>
                    <a:ext uri="{9D8B030D-6E8A-4147-A177-3AD203B41FA5}">
                      <a16:colId xmlns:a16="http://schemas.microsoft.com/office/drawing/2014/main" val="2550999162"/>
                    </a:ext>
                  </a:extLst>
                </a:gridCol>
              </a:tblGrid>
              <a:tr h="2082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To wheat typology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9919283"/>
                  </a:ext>
                </a:extLst>
              </a:tr>
              <a:tr h="42344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 dirty="0">
                          <a:effectLst/>
                        </a:rPr>
                        <a:t>Productive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Less productive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All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1053009"/>
                  </a:ext>
                </a:extLst>
              </a:tr>
              <a:tr h="2082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Productive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1651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145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1796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3241120"/>
                  </a:ext>
                </a:extLst>
              </a:tr>
              <a:tr h="2082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% row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91.9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8.1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100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4608055"/>
                  </a:ext>
                </a:extLst>
              </a:tr>
              <a:tr h="42344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From rice typology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Less productive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 dirty="0">
                          <a:solidFill>
                            <a:srgbClr val="FF0000"/>
                          </a:solidFill>
                          <a:effectLst/>
                        </a:rPr>
                        <a:t>1660</a:t>
                      </a:r>
                      <a:endParaRPr lang="en-IN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 dirty="0">
                          <a:effectLst/>
                        </a:rPr>
                        <a:t>364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2024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3955191"/>
                  </a:ext>
                </a:extLst>
              </a:tr>
              <a:tr h="2082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% row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 dirty="0">
                          <a:solidFill>
                            <a:srgbClr val="FF0000"/>
                          </a:solidFill>
                          <a:effectLst/>
                        </a:rPr>
                        <a:t>82</a:t>
                      </a:r>
                      <a:endParaRPr lang="en-IN" sz="12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100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3550435"/>
                  </a:ext>
                </a:extLst>
              </a:tr>
              <a:tr h="2082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All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3311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 dirty="0">
                          <a:effectLst/>
                        </a:rPr>
                        <a:t>509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3820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2733108"/>
                  </a:ext>
                </a:extLst>
              </a:tr>
              <a:tr h="20820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% row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 dirty="0">
                          <a:effectLst/>
                        </a:rPr>
                        <a:t>86.7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13.3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 dirty="0">
                          <a:effectLst/>
                        </a:rPr>
                        <a:t>100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508703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C017EF2-948B-FA79-6AFA-8C0F9FCEF7EB}"/>
              </a:ext>
            </a:extLst>
          </p:cNvPr>
          <p:cNvSpPr txBox="1"/>
          <p:nvPr/>
        </p:nvSpPr>
        <p:spPr>
          <a:xfrm>
            <a:off x="6645523" y="3222646"/>
            <a:ext cx="5501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Transition matrix</a:t>
            </a: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of farmer typology across rice and wheat seasons</a:t>
            </a:r>
            <a:endParaRPr lang="en-IN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295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7B0D-F8B1-D5A8-35AE-C664F2C2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(3) Dealing with multiple objectives: Farm level modeling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FF5A9-0C5F-0966-80A2-D32625BD4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11247040" cy="4709117"/>
          </a:xfrm>
        </p:spPr>
        <p:txBody>
          <a:bodyPr/>
          <a:lstStyle/>
          <a:p>
            <a:r>
              <a:rPr lang="en-US" b="1" dirty="0"/>
              <a:t>Shadow price approach (valuing non-monetary services): </a:t>
            </a:r>
            <a:r>
              <a:rPr lang="en-US" dirty="0"/>
              <a:t>Revenues and GHG (plus many other indicators). 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Multivariate models of mean and variance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Pareto frontier: </a:t>
            </a:r>
            <a:r>
              <a:rPr lang="en-US" dirty="0"/>
              <a:t>Farm profits and risk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Regional farm type and individual farm model (IFM)</a:t>
            </a:r>
            <a:r>
              <a:rPr lang="en-US" dirty="0"/>
              <a:t> level bio-economic optimization: </a:t>
            </a:r>
            <a:r>
              <a:rPr lang="en-US" i="1" dirty="0"/>
              <a:t>Ex ante 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2796009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92903-2987-49CC-0E98-B34A83076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11156926" cy="141965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100" dirty="0">
                <a:latin typeface="Aptos Display" panose="020B0004020202020204" pitchFamily="34" charset="0"/>
              </a:rPr>
              <a:t>Estimating minimum carbon credit payments:</a:t>
            </a:r>
            <a:br>
              <a:rPr lang="en-US" sz="3100" dirty="0">
                <a:latin typeface="Aptos Display" panose="020B0004020202020204" pitchFamily="34" charset="0"/>
              </a:rPr>
            </a:br>
            <a:r>
              <a:rPr lang="en-US" sz="3100" dirty="0"/>
              <a:t>Steps linking yield–emission outcomes, shadow prices, and farmer-level payment benchmarks </a:t>
            </a:r>
            <a:endParaRPr lang="en-US" sz="4000" dirty="0">
              <a:latin typeface="Aptos Display" panose="020B0004020202020204" pitchFamily="34" charset="0"/>
            </a:endParaRPr>
          </a:p>
        </p:txBody>
      </p:sp>
      <p:pic>
        <p:nvPicPr>
          <p:cNvPr id="4" name="Picture 3" descr="A diagram of a software system&#10;&#10;Description automatically generated">
            <a:extLst>
              <a:ext uri="{FF2B5EF4-FFF2-40B4-BE49-F238E27FC236}">
                <a16:creationId xmlns:a16="http://schemas.microsoft.com/office/drawing/2014/main" id="{B5DF9458-32EA-F6C5-A1F6-A9CE1E5F0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4" y="2060848"/>
            <a:ext cx="7607524" cy="3304960"/>
          </a:xfrm>
          <a:prstGeom prst="rect">
            <a:avLst/>
          </a:prstGeom>
        </p:spPr>
      </p:pic>
      <p:pic>
        <p:nvPicPr>
          <p:cNvPr id="3" name="Picture 2" descr="A map of india with black and red dots&#10;&#10;Description automatically generated">
            <a:extLst>
              <a:ext uri="{FF2B5EF4-FFF2-40B4-BE49-F238E27FC236}">
                <a16:creationId xmlns:a16="http://schemas.microsoft.com/office/drawing/2014/main" id="{1E996671-820C-A224-3F90-21762878524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4" t="8752" r="21496" b="9795"/>
          <a:stretch/>
        </p:blipFill>
        <p:spPr bwMode="auto">
          <a:xfrm>
            <a:off x="7671110" y="1939392"/>
            <a:ext cx="4456881" cy="3013608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1133AA-CB3A-FE9B-62C2-1C37EA1C38C3}"/>
              </a:ext>
            </a:extLst>
          </p:cNvPr>
          <p:cNvSpPr txBox="1"/>
          <p:nvPr/>
        </p:nvSpPr>
        <p:spPr>
          <a:xfrm>
            <a:off x="1343472" y="594928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Cariappa, </a:t>
            </a:r>
            <a:r>
              <a:rPr lang="en-US" b="1" dirty="0" err="1"/>
              <a:t>Noufa</a:t>
            </a:r>
            <a:r>
              <a:rPr lang="en-US" b="1" dirty="0"/>
              <a:t>, C.K, Mkondiwa: Under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70113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0BA1E-52E2-D3F0-8FEE-4B7AFF42E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79" y="160334"/>
            <a:ext cx="12000656" cy="1178298"/>
          </a:xfrm>
        </p:spPr>
        <p:txBody>
          <a:bodyPr/>
          <a:lstStyle/>
          <a:p>
            <a:pPr algn="l"/>
            <a:r>
              <a:rPr lang="fr-FR" dirty="0" err="1">
                <a:latin typeface="Aptos Display" panose="020B0004020202020204" pitchFamily="34" charset="0"/>
              </a:rPr>
              <a:t>Convex</a:t>
            </a:r>
            <a:r>
              <a:rPr lang="fr-FR" dirty="0">
                <a:latin typeface="Aptos Display" panose="020B0004020202020204" pitchFamily="34" charset="0"/>
              </a:rPr>
              <a:t> quantile </a:t>
            </a:r>
            <a:r>
              <a:rPr lang="fr-FR" dirty="0" err="1">
                <a:latin typeface="Aptos Display" panose="020B0004020202020204" pitchFamily="34" charset="0"/>
              </a:rPr>
              <a:t>regression</a:t>
            </a:r>
            <a:r>
              <a:rPr lang="fr-FR" dirty="0">
                <a:latin typeface="Aptos Display" panose="020B0004020202020204" pitchFamily="34" charset="0"/>
              </a:rPr>
              <a:t> </a:t>
            </a:r>
            <a:r>
              <a:rPr lang="fr-FR" dirty="0" err="1">
                <a:latin typeface="Aptos Display" panose="020B0004020202020204" pitchFamily="34" charset="0"/>
              </a:rPr>
              <a:t>directional</a:t>
            </a:r>
            <a:r>
              <a:rPr lang="fr-FR" dirty="0">
                <a:latin typeface="Aptos Display" panose="020B0004020202020204" pitchFamily="34" charset="0"/>
              </a:rPr>
              <a:t> distance </a:t>
            </a:r>
            <a:r>
              <a:rPr lang="fr-FR" dirty="0" err="1">
                <a:latin typeface="Aptos Display" panose="020B0004020202020204" pitchFamily="34" charset="0"/>
              </a:rPr>
              <a:t>function</a:t>
            </a:r>
            <a:r>
              <a:rPr lang="fr-FR" dirty="0">
                <a:latin typeface="Aptos Display" panose="020B0004020202020204" pitchFamily="34" charset="0"/>
              </a:rPr>
              <a:t> (CQR-DDF)</a:t>
            </a:r>
            <a:endParaRPr lang="en-US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B20BA4-73C7-6903-CC4E-314CDE5F60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737" y="1166018"/>
                <a:ext cx="7787379" cy="452596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𝑚𝑖𝑛</m:t>
                              </m:r>
                            </m:e>
                            <m:lim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𝛿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𝜖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e>
                          </m:d>
                          <m:nary>
                            <m:naryPr>
                              <m:chr m:val="∑"/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𝜖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𝜏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𝜖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</m:t>
                      </m:r>
                    </m:oMath>
                  </m:oMathPara>
                </a14:m>
                <a:endParaRPr lang="en-US" sz="3200" dirty="0"/>
              </a:p>
              <a:p>
                <a:pPr marL="0" marR="0" indent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0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en-US" sz="20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i="1" kern="1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 ∀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                                            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ℎ</m:t>
                          </m:r>
                        </m:sub>
                      </m:sSub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ℎ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ℎ</m:t>
                          </m:r>
                        </m:sub>
                      </m:sSub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ℎ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ℎ</m:t>
                          </m:r>
                        </m:sub>
                      </m:sSub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ℎ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 ∀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ℎ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=1,2,…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   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sSup>
                        <m:s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sSup>
                        <m:s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</m:sSup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sSup>
                        <m:s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=1,        ∀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                                                  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≥0, </m:t>
                      </m:r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≥0, </m:t>
                      </m:r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≥0,                </m:t>
                      </m:r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∀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                                                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≥0, </m:t>
                      </m:r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≥0,                             ∀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                                                 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/>
                  <a:t>Shadow prices of GHG = Wheat price × δ/γ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δ represents dual price of GHG (b), γ represents dual price of wheat yield (y)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B20BA4-73C7-6903-CC4E-314CDE5F60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737" y="1166018"/>
                <a:ext cx="7787379" cy="4525963"/>
              </a:xfrm>
              <a:blipFill>
                <a:blip r:embed="rId2"/>
                <a:stretch>
                  <a:fillRect l="-1096" b="-19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he diagram illustrates a data envelopment analysis (DEA) frontier, depicting the distribution of desirable outputs (A and B) and undesirable outputs (C, D, and JE) across different quantiles, such as 100%, 90%, 60%, 50%, and 10%.&#10;&#10;AI-generated content may be incorrect.">
            <a:extLst>
              <a:ext uri="{FF2B5EF4-FFF2-40B4-BE49-F238E27FC236}">
                <a16:creationId xmlns:a16="http://schemas.microsoft.com/office/drawing/2014/main" id="{718718F6-2BD3-FE84-D62E-F52E22A06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048" y="2207000"/>
            <a:ext cx="5483122" cy="33123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5A78B1-A7DB-C8E9-FF3B-D0E68F1C37FB}"/>
              </a:ext>
            </a:extLst>
          </p:cNvPr>
          <p:cNvSpPr txBox="1"/>
          <p:nvPr/>
        </p:nvSpPr>
        <p:spPr>
          <a:xfrm>
            <a:off x="8050730" y="5888700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pyStoNED</a:t>
            </a:r>
            <a:r>
              <a:rPr lang="en-US" dirty="0">
                <a:solidFill>
                  <a:srgbClr val="FF0000"/>
                </a:solidFill>
              </a:rPr>
              <a:t> python package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248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55270A-4D50-86B9-5D82-59433DD00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401416"/>
              </p:ext>
            </p:extLst>
          </p:nvPr>
        </p:nvGraphicFramePr>
        <p:xfrm>
          <a:off x="479376" y="404664"/>
          <a:ext cx="11288239" cy="30696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4334">
                  <a:extLst>
                    <a:ext uri="{9D8B030D-6E8A-4147-A177-3AD203B41FA5}">
                      <a16:colId xmlns:a16="http://schemas.microsoft.com/office/drawing/2014/main" val="1138689178"/>
                    </a:ext>
                  </a:extLst>
                </a:gridCol>
                <a:gridCol w="887256">
                  <a:extLst>
                    <a:ext uri="{9D8B030D-6E8A-4147-A177-3AD203B41FA5}">
                      <a16:colId xmlns:a16="http://schemas.microsoft.com/office/drawing/2014/main" val="3686322634"/>
                    </a:ext>
                  </a:extLst>
                </a:gridCol>
                <a:gridCol w="939181">
                  <a:extLst>
                    <a:ext uri="{9D8B030D-6E8A-4147-A177-3AD203B41FA5}">
                      <a16:colId xmlns:a16="http://schemas.microsoft.com/office/drawing/2014/main" val="922775090"/>
                    </a:ext>
                  </a:extLst>
                </a:gridCol>
                <a:gridCol w="984334">
                  <a:extLst>
                    <a:ext uri="{9D8B030D-6E8A-4147-A177-3AD203B41FA5}">
                      <a16:colId xmlns:a16="http://schemas.microsoft.com/office/drawing/2014/main" val="71267358"/>
                    </a:ext>
                  </a:extLst>
                </a:gridCol>
                <a:gridCol w="948212">
                  <a:extLst>
                    <a:ext uri="{9D8B030D-6E8A-4147-A177-3AD203B41FA5}">
                      <a16:colId xmlns:a16="http://schemas.microsoft.com/office/drawing/2014/main" val="204698739"/>
                    </a:ext>
                  </a:extLst>
                </a:gridCol>
                <a:gridCol w="948212">
                  <a:extLst>
                    <a:ext uri="{9D8B030D-6E8A-4147-A177-3AD203B41FA5}">
                      <a16:colId xmlns:a16="http://schemas.microsoft.com/office/drawing/2014/main" val="3033200412"/>
                    </a:ext>
                  </a:extLst>
                </a:gridCol>
                <a:gridCol w="984334">
                  <a:extLst>
                    <a:ext uri="{9D8B030D-6E8A-4147-A177-3AD203B41FA5}">
                      <a16:colId xmlns:a16="http://schemas.microsoft.com/office/drawing/2014/main" val="3557527095"/>
                    </a:ext>
                  </a:extLst>
                </a:gridCol>
                <a:gridCol w="984334">
                  <a:extLst>
                    <a:ext uri="{9D8B030D-6E8A-4147-A177-3AD203B41FA5}">
                      <a16:colId xmlns:a16="http://schemas.microsoft.com/office/drawing/2014/main" val="2469820772"/>
                    </a:ext>
                  </a:extLst>
                </a:gridCol>
                <a:gridCol w="986593">
                  <a:extLst>
                    <a:ext uri="{9D8B030D-6E8A-4147-A177-3AD203B41FA5}">
                      <a16:colId xmlns:a16="http://schemas.microsoft.com/office/drawing/2014/main" val="2811726946"/>
                    </a:ext>
                  </a:extLst>
                </a:gridCol>
                <a:gridCol w="1650341">
                  <a:extLst>
                    <a:ext uri="{9D8B030D-6E8A-4147-A177-3AD203B41FA5}">
                      <a16:colId xmlns:a16="http://schemas.microsoft.com/office/drawing/2014/main" val="3758817014"/>
                    </a:ext>
                  </a:extLst>
                </a:gridCol>
                <a:gridCol w="991108">
                  <a:extLst>
                    <a:ext uri="{9D8B030D-6E8A-4147-A177-3AD203B41FA5}">
                      <a16:colId xmlns:a16="http://schemas.microsoft.com/office/drawing/2014/main" val="3980418991"/>
                    </a:ext>
                  </a:extLst>
                </a:gridCol>
              </a:tblGrid>
              <a:tr h="10335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CA practice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Yield gains (t/ha)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Wheat price (USD/t)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Revenue gains (USD/ha)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Median shadow price of GHG (USD/t)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Amount abated (t/ha)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Cost of abated GHG (USD/ha)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Net benefits (USD/ha)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Class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Recommendation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0">
                          <a:effectLst/>
                        </a:rPr>
                        <a:t>Minimum carbon price (USD/ha)</a:t>
                      </a:r>
                      <a:endParaRPr lang="en-IN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extLst>
                  <a:ext uri="{0D108BD9-81ED-4DB2-BD59-A6C34878D82A}">
                    <a16:rowId xmlns:a16="http://schemas.microsoft.com/office/drawing/2014/main" val="583933389"/>
                  </a:ext>
                </a:extLst>
              </a:tr>
              <a:tr h="1995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A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B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C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D=B * C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E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F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G=E*F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H=D-G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I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J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0">
                          <a:effectLst/>
                        </a:rPr>
                        <a:t>K</a:t>
                      </a:r>
                      <a:endParaRPr lang="en-IN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extLst>
                  <a:ext uri="{0D108BD9-81ED-4DB2-BD59-A6C34878D82A}">
                    <a16:rowId xmlns:a16="http://schemas.microsoft.com/office/drawing/2014/main" val="2629264087"/>
                  </a:ext>
                </a:extLst>
              </a:tr>
              <a:tr h="1995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ZT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-0.08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222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-18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58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0.39***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23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-40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Loss-win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pay H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0">
                          <a:solidFill>
                            <a:srgbClr val="FF0000"/>
                          </a:solidFill>
                          <a:effectLst/>
                        </a:rPr>
                        <a:t>40</a:t>
                      </a:r>
                      <a:endParaRPr lang="en-IN" sz="1600" b="1" kern="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extLst>
                  <a:ext uri="{0D108BD9-81ED-4DB2-BD59-A6C34878D82A}">
                    <a16:rowId xmlns:a16="http://schemas.microsoft.com/office/drawing/2014/main" val="1353164476"/>
                  </a:ext>
                </a:extLst>
              </a:tr>
              <a:tr h="40804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No residue burning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0.02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222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4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58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1.09***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63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-59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Win-win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pay G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0">
                          <a:solidFill>
                            <a:srgbClr val="FF0000"/>
                          </a:solidFill>
                          <a:effectLst/>
                        </a:rPr>
                        <a:t>63</a:t>
                      </a:r>
                      <a:endParaRPr lang="en-IN" sz="1600" b="1" kern="10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extLst>
                  <a:ext uri="{0D108BD9-81ED-4DB2-BD59-A6C34878D82A}">
                    <a16:rowId xmlns:a16="http://schemas.microsoft.com/office/drawing/2014/main" val="2228095179"/>
                  </a:ext>
                </a:extLst>
              </a:tr>
              <a:tr h="40804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No N overuse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-0.12**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222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-27**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58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0.39***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22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-49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Loss-win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pay H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0" dirty="0">
                          <a:solidFill>
                            <a:srgbClr val="FF0000"/>
                          </a:solidFill>
                          <a:effectLst/>
                        </a:rPr>
                        <a:t>49</a:t>
                      </a:r>
                      <a:endParaRPr lang="en-IN" sz="16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extLst>
                  <a:ext uri="{0D108BD9-81ED-4DB2-BD59-A6C34878D82A}">
                    <a16:rowId xmlns:a16="http://schemas.microsoft.com/office/drawing/2014/main" val="650205358"/>
                  </a:ext>
                </a:extLst>
              </a:tr>
              <a:tr h="1995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Mulching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0.03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222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6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58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0.13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7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-2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Neutral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NA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 dirty="0">
                          <a:effectLst/>
                        </a:rPr>
                        <a:t>NA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982" marR="67982" marT="0" marB="0" anchor="ctr"/>
                </a:tc>
                <a:extLst>
                  <a:ext uri="{0D108BD9-81ED-4DB2-BD59-A6C34878D82A}">
                    <a16:rowId xmlns:a16="http://schemas.microsoft.com/office/drawing/2014/main" val="9153285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62431BC-3EC1-6BFD-F225-4212CDA796BC}"/>
              </a:ext>
            </a:extLst>
          </p:cNvPr>
          <p:cNvSpPr txBox="1"/>
          <p:nvPr/>
        </p:nvSpPr>
        <p:spPr>
          <a:xfrm>
            <a:off x="362855" y="3529459"/>
            <a:ext cx="1152128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Recommended minimum price of carbon credits</a:t>
            </a:r>
            <a:endParaRPr lang="en-IN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Note: 1 USD = 83.67 INR (</a:t>
            </a:r>
            <a:r>
              <a:rPr lang="en-US" sz="1800" u="sng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https://wdi.worldbank.org/table/4.16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 </a:t>
            </a:r>
            <a:endParaRPr lang="en-IN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Column B – from FE regression</a:t>
            </a:r>
            <a:endParaRPr lang="en-IN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Column C – Minimum Support Price (MSP) for wheat announced by the Government of India</a:t>
            </a:r>
            <a:endParaRPr lang="en-IN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Column E – from CQR-DDF</a:t>
            </a:r>
            <a:endParaRPr lang="en-IN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Column F – from FE regression</a:t>
            </a:r>
            <a:endParaRPr lang="en-IN" sz="1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NA – not applicable, ***p&lt;0.01, **p&lt;0.05. All revenue and payment values are rounded off; statistically insignificant yield effects (&lt;0.5%) are treated as zero for interpretability.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300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670F-CDE2-15A1-4D34-9D9F97EBE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260649"/>
            <a:ext cx="4692408" cy="497681"/>
          </a:xfrm>
        </p:spPr>
        <p:txBody>
          <a:bodyPr>
            <a:normAutofit fontScale="90000"/>
          </a:bodyPr>
          <a:lstStyle/>
          <a:p>
            <a:r>
              <a:rPr lang="en-US" dirty="0"/>
              <a:t>Why risk modeling?</a:t>
            </a:r>
            <a:endParaRPr lang="en-Z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E88A3-997C-C62B-B6E1-BC48F4D5C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980729"/>
            <a:ext cx="11737304" cy="534691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When outcomes are uncertain, farmers may be more hesitant to adopt a practice, requiring additional compensation to induce adoption (</a:t>
            </a:r>
            <a:r>
              <a:rPr lang="en-US" dirty="0" err="1"/>
              <a:t>Kurkalova</a:t>
            </a:r>
            <a:r>
              <a:rPr lang="en-US" dirty="0"/>
              <a:t> et al., 2006; ).</a:t>
            </a:r>
          </a:p>
          <a:p>
            <a:pPr algn="l"/>
            <a:r>
              <a:rPr lang="en-US" dirty="0"/>
              <a:t>Agricultural researchers usually use </a:t>
            </a:r>
            <a:r>
              <a:rPr lang="en-US" b="1" dirty="0"/>
              <a:t>stability or inter-temporal variability (standard deviation, coefficient of variation) </a:t>
            </a:r>
            <a:r>
              <a:rPr lang="en-US" dirty="0"/>
              <a:t>as a measure of risk.</a:t>
            </a:r>
          </a:p>
          <a:p>
            <a:pPr algn="l"/>
            <a:r>
              <a:rPr lang="en-US" dirty="0"/>
              <a:t>Good starting point. This talk will focus on how economists think about outcome-based risk. </a:t>
            </a:r>
          </a:p>
          <a:p>
            <a:pPr algn="l"/>
            <a:r>
              <a:rPr lang="en-US" dirty="0"/>
              <a:t>But need to think about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Downside risks, whole distribution not just mean/variance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Risk preferences of the farmer,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Farmer perceptions,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Portfolio choices and diversification,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Monetary cost of risk and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Shadow prices of ecosystem services. </a:t>
            </a:r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2319096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31D03-E17E-3376-4767-358580149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26" y="311607"/>
            <a:ext cx="8982778" cy="485920"/>
          </a:xfrm>
        </p:spPr>
        <p:txBody>
          <a:bodyPr>
            <a:noAutofit/>
          </a:bodyPr>
          <a:lstStyle/>
          <a:p>
            <a:r>
              <a:rPr lang="en-US" sz="2400" b="1" dirty="0"/>
              <a:t>Goal: </a:t>
            </a:r>
            <a:r>
              <a:rPr lang="en-US" sz="2400" dirty="0"/>
              <a:t>Risk proofing agriculture</a:t>
            </a:r>
            <a:endParaRPr lang="en-ZW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34F56A-AA79-172A-53BE-B51583E5B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158" y="866146"/>
            <a:ext cx="5319998" cy="44800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93793C-D571-F239-D417-98D919154CCD}"/>
              </a:ext>
            </a:extLst>
          </p:cNvPr>
          <p:cNvSpPr txBox="1"/>
          <p:nvPr/>
        </p:nvSpPr>
        <p:spPr>
          <a:xfrm>
            <a:off x="1562226" y="5459771"/>
            <a:ext cx="2536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Chai et al (2022)</a:t>
            </a:r>
            <a:endParaRPr lang="en-ZW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F5ED08-DE1A-392D-7885-A4DF9F3416EF}"/>
              </a:ext>
            </a:extLst>
          </p:cNvPr>
          <p:cNvSpPr/>
          <p:nvPr/>
        </p:nvSpPr>
        <p:spPr>
          <a:xfrm>
            <a:off x="5733534" y="5524171"/>
            <a:ext cx="3023924" cy="60986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With Drought Threat</a:t>
            </a:r>
            <a:endParaRPr lang="en-Z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C666BE-C45C-05E0-1B9E-E8D0CD930A98}"/>
              </a:ext>
            </a:extLst>
          </p:cNvPr>
          <p:cNvSpPr/>
          <p:nvPr/>
        </p:nvSpPr>
        <p:spPr>
          <a:xfrm>
            <a:off x="3503713" y="5430363"/>
            <a:ext cx="1800297" cy="83252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Without Drought Threat</a:t>
            </a:r>
            <a:endParaRPr lang="en-ZW" b="1" dirty="0"/>
          </a:p>
        </p:txBody>
      </p:sp>
    </p:spTree>
    <p:extLst>
      <p:ext uri="{BB962C8B-B14F-4D97-AF65-F5344CB8AC3E}">
        <p14:creationId xmlns:p14="http://schemas.microsoft.com/office/powerpoint/2010/main" val="2771534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45A4A-F5CC-8B41-9F79-6FC80514E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1033977"/>
            <a:ext cx="10137001" cy="1006782"/>
          </a:xfrm>
        </p:spPr>
        <p:txBody>
          <a:bodyPr/>
          <a:lstStyle/>
          <a:p>
            <a:r>
              <a:rPr lang="en-US" sz="2800" b="1" dirty="0"/>
              <a:t>EV and </a:t>
            </a:r>
            <a:r>
              <a:rPr lang="en-US" sz="2800" b="1" dirty="0" err="1"/>
              <a:t>CVaR</a:t>
            </a:r>
            <a:r>
              <a:rPr lang="en-US" sz="2800" b="1" dirty="0"/>
              <a:t> Quadratic programming: </a:t>
            </a:r>
            <a:r>
              <a:rPr lang="en-US" sz="2800" dirty="0"/>
              <a:t>Nayak, </a:t>
            </a:r>
            <a:r>
              <a:rPr lang="en-US" sz="2800" b="1" dirty="0"/>
              <a:t>Mkondiwa</a:t>
            </a:r>
            <a:r>
              <a:rPr lang="en-US" sz="2800" dirty="0"/>
              <a:t> et al 2024 European Journal of Agronomy</a:t>
            </a:r>
            <a:endParaRPr lang="en-ZW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892695-1EBB-077B-2FA8-C2693A988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406" y="2062066"/>
            <a:ext cx="5547520" cy="29511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F17C2E-4598-9CEE-CB73-57D02E254A58}"/>
              </a:ext>
            </a:extLst>
          </p:cNvPr>
          <p:cNvSpPr txBox="1"/>
          <p:nvPr/>
        </p:nvSpPr>
        <p:spPr>
          <a:xfrm>
            <a:off x="5911641" y="5391858"/>
            <a:ext cx="6048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 code for methodology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https://github.com/EiA2030-ex-ante/Risk_modern_portfolio_theory_EV_model</a:t>
            </a:r>
            <a:r>
              <a:rPr lang="en-US" dirty="0"/>
              <a:t> </a:t>
            </a:r>
            <a:endParaRPr lang="en-ZW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B0BF84-5ADE-BD82-9F73-543DD7FCE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1" y="2251728"/>
            <a:ext cx="5077968" cy="39837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37B81B-964D-2C87-369C-CEE2CC993B49}"/>
              </a:ext>
            </a:extLst>
          </p:cNvPr>
          <p:cNvSpPr txBox="1"/>
          <p:nvPr/>
        </p:nvSpPr>
        <p:spPr>
          <a:xfrm>
            <a:off x="328643" y="387646"/>
            <a:ext cx="11534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(a) Mean-variance (EV) or mean-conditional value at risk (CVaR) for downside risk: </a:t>
            </a:r>
            <a:r>
              <a:rPr lang="en-US" b="1" dirty="0">
                <a:solidFill>
                  <a:srgbClr val="FF0000"/>
                </a:solidFill>
              </a:rPr>
              <a:t>Designing new untested cropping systems from LTEs</a:t>
            </a:r>
            <a:endParaRPr lang="en-ZW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779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BD9B8DB-A0E2-11DF-4465-AACBC649A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76" y="864940"/>
            <a:ext cx="11449271" cy="568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7A5B70-D5DD-7DED-6081-717B5438E867}"/>
              </a:ext>
            </a:extLst>
          </p:cNvPr>
          <p:cNvSpPr txBox="1"/>
          <p:nvPr/>
        </p:nvSpPr>
        <p:spPr>
          <a:xfrm>
            <a:off x="551384" y="264776"/>
            <a:ext cx="589943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b="1" dirty="0"/>
              <a:t>IARI New Delhi LTE, India</a:t>
            </a:r>
            <a:endParaRPr lang="en-ZW" sz="3300" b="1" dirty="0"/>
          </a:p>
        </p:txBody>
      </p:sp>
    </p:spTree>
    <p:extLst>
      <p:ext uri="{BB962C8B-B14F-4D97-AF65-F5344CB8AC3E}">
        <p14:creationId xmlns:p14="http://schemas.microsoft.com/office/powerpoint/2010/main" val="2177081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6AA9-1F3B-8CF7-92A0-934D7E804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177336"/>
            <a:ext cx="9550208" cy="468435"/>
          </a:xfrm>
        </p:spPr>
        <p:txBody>
          <a:bodyPr>
            <a:normAutofit fontScale="90000"/>
          </a:bodyPr>
          <a:lstStyle/>
          <a:p>
            <a:r>
              <a:rPr lang="en-US" dirty="0"/>
              <a:t>Main result</a:t>
            </a:r>
            <a:endParaRPr lang="en-Z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4E745-1B17-3475-416A-8CC30561E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56231"/>
            <a:ext cx="5410199" cy="4554395"/>
          </a:xfrm>
        </p:spPr>
        <p:txBody>
          <a:bodyPr/>
          <a:lstStyle/>
          <a:p>
            <a:r>
              <a:rPr lang="en-US" sz="2400" dirty="0"/>
              <a:t>Highest profit for risk neutral farmer: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ZT: Maize: Mustard: </a:t>
            </a:r>
            <a:r>
              <a:rPr lang="en-US" sz="2000" dirty="0" err="1"/>
              <a:t>Mungbean</a:t>
            </a:r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CT-MMS: </a:t>
            </a:r>
            <a:r>
              <a:rPr lang="en-US" sz="2400" dirty="0"/>
              <a:t>On frontier for very risk averse farmers but mostly if in combination with ZT-MMS. </a:t>
            </a:r>
            <a:endParaRPr lang="en-ZW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1D2152-FDF7-BB94-B9BF-77C55A453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204" y="2903079"/>
            <a:ext cx="4570040" cy="3704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graph with colored lines and numbers&#10;&#10;Description automatically generated">
            <a:extLst>
              <a:ext uri="{FF2B5EF4-FFF2-40B4-BE49-F238E27FC236}">
                <a16:creationId xmlns:a16="http://schemas.microsoft.com/office/drawing/2014/main" id="{931BC8EA-5B5D-57C4-10B7-B83BA78A2F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34" b="3094"/>
          <a:stretch>
            <a:fillRect/>
          </a:stretch>
        </p:blipFill>
        <p:spPr bwMode="auto">
          <a:xfrm>
            <a:off x="6364224" y="375364"/>
            <a:ext cx="4570040" cy="26927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6314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4AED-F914-35D4-F801-EFBE1F06D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(b) Stochastic efficiency with respect to a function (certainty equivalence and risk premium)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38E728-AB22-CE78-6FF3-2227EA58F1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700808"/>
                <a:ext cx="11391056" cy="4680520"/>
              </a:xfrm>
            </p:spPr>
            <p:txBody>
              <a:bodyPr/>
              <a:lstStyle/>
              <a:p>
                <a:r>
                  <a:rPr lang="en-US" dirty="0"/>
                  <a:t>Identifies and orders utility efficient alternatives in terms of certainty equivalents (CE) for a risk preference. </a:t>
                </a:r>
              </a:p>
              <a:p>
                <a:pPr algn="l"/>
                <a:r>
                  <a:rPr lang="en-US" dirty="0"/>
                  <a:t>The CE of a risky alternative (e.g., type of tillage system) </a:t>
                </a:r>
                <a:r>
                  <a:rPr lang="en-US" b="1" dirty="0"/>
                  <a:t>is the amount of money at which the decision maker is indifferent between the certain dollar value and the risky alternative.</a:t>
                </a:r>
              </a:p>
              <a:p>
                <a:pPr algn="l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𝐶𝑜𝑛𝑣𝑒𝑛𝑡𝑖𝑜𝑛𝑎𝑙</m:t>
                        </m:r>
                      </m:sub>
                    </m:sSub>
                  </m:oMath>
                </a14:m>
                <a:r>
                  <a:rPr lang="en-US" dirty="0"/>
                  <a:t> then CA is beneficial for </a:t>
                </a:r>
                <a:r>
                  <a:rPr lang="en-US" b="1" dirty="0"/>
                  <a:t>both return and risk.</a:t>
                </a:r>
                <a:r>
                  <a:rPr lang="en-US" dirty="0"/>
                  <a:t> </a:t>
                </a:r>
              </a:p>
              <a:p>
                <a:pPr algn="l"/>
                <a:r>
                  <a:rPr lang="en-US" dirty="0"/>
                  <a:t>Assume, farmers want more money to less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38E728-AB22-CE78-6FF3-2227EA58F1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700808"/>
                <a:ext cx="11391056" cy="4680520"/>
              </a:xfrm>
              <a:blipFill>
                <a:blip r:embed="rId2"/>
                <a:stretch>
                  <a:fillRect l="-803" t="-10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5923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4234A-D5FD-9684-253B-575F1B0CF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96" y="116633"/>
            <a:ext cx="5982604" cy="936104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Spatial system risk analysis using Bayesian geo-additive modeling of location and scale</a:t>
            </a:r>
            <a:endParaRPr lang="en-IN" sz="2800" dirty="0"/>
          </a:p>
        </p:txBody>
      </p:sp>
      <p:pic>
        <p:nvPicPr>
          <p:cNvPr id="5" name="Picture 4" descr="The image displays a series of quantile maps illustrating the distribution of rice transplanting dates, rice yield, wheat sowing dates, and wheat yield.&#10;&#10;AI-generated content may be incorrect.">
            <a:extLst>
              <a:ext uri="{FF2B5EF4-FFF2-40B4-BE49-F238E27FC236}">
                <a16:creationId xmlns:a16="http://schemas.microsoft.com/office/drawing/2014/main" id="{9EC88F4E-8D05-8AF0-9A6F-D876BB629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551" y="2249214"/>
            <a:ext cx="5688632" cy="4160254"/>
          </a:xfrm>
          <a:prstGeom prst="rect">
            <a:avLst/>
          </a:prstGeom>
        </p:spPr>
      </p:pic>
      <p:pic>
        <p:nvPicPr>
          <p:cNvPr id="7" name="Picture 6" descr="Time is money: Spatially explicit system analysis for rice-wheat cropping&#10;&#10;AI-generated content may be incorrect.">
            <a:extLst>
              <a:ext uri="{FF2B5EF4-FFF2-40B4-BE49-F238E27FC236}">
                <a16:creationId xmlns:a16="http://schemas.microsoft.com/office/drawing/2014/main" id="{C3AF2D8E-6BB6-36F0-8DED-EB5208991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32" y="131516"/>
            <a:ext cx="5190515" cy="2060574"/>
          </a:xfrm>
          <a:prstGeom prst="rect">
            <a:avLst/>
          </a:prstGeom>
        </p:spPr>
      </p:pic>
      <p:pic>
        <p:nvPicPr>
          <p:cNvPr id="3" name="Picture 2" descr="The image illustrates a map of various locations, each marked with a percentage indicating the extent of canal usage and another set of numbers showing the depth of groundwater in meters for the year 2017.&#10;&#10;AI-generated content may be incorrect.">
            <a:extLst>
              <a:ext uri="{FF2B5EF4-FFF2-40B4-BE49-F238E27FC236}">
                <a16:creationId xmlns:a16="http://schemas.microsoft.com/office/drawing/2014/main" id="{C93D4FD8-43BF-5925-0BF6-AAA8EFEF7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24" y="1017663"/>
            <a:ext cx="3872991" cy="511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848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diagram illustrates a model for optimizing rice and wheat crop rotation to increase yields and economic benefits while managing risks associated with weather, planting dates, and other factors.&#10;&#10;AI-generated content may be incorrect.">
            <a:extLst>
              <a:ext uri="{FF2B5EF4-FFF2-40B4-BE49-F238E27FC236}">
                <a16:creationId xmlns:a16="http://schemas.microsoft.com/office/drawing/2014/main" id="{04BD9AEE-0B3E-5B35-22AF-781398096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16633"/>
            <a:ext cx="11017224" cy="59811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63A1B2-756D-4EE3-4374-9B0FF682C717}"/>
              </a:ext>
            </a:extLst>
          </p:cNvPr>
          <p:cNvSpPr txBox="1"/>
          <p:nvPr/>
        </p:nvSpPr>
        <p:spPr>
          <a:xfrm>
            <a:off x="4295800" y="6115284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Bamlss</a:t>
            </a:r>
            <a:r>
              <a:rPr lang="en-US" b="1" dirty="0">
                <a:solidFill>
                  <a:srgbClr val="FF0000"/>
                </a:solidFill>
              </a:rPr>
              <a:t> R package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311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185EA8-91F6-B4DE-2ABD-C4FE1A438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1002003"/>
            <a:ext cx="7992888" cy="48539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D4214B-4148-E0BF-C2BF-E571A396C77D}"/>
              </a:ext>
            </a:extLst>
          </p:cNvPr>
          <p:cNvSpPr txBox="1"/>
          <p:nvPr/>
        </p:nvSpPr>
        <p:spPr>
          <a:xfrm>
            <a:off x="1055440" y="478573"/>
            <a:ext cx="10945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(c) Stochastic dominance analysis and identifying willingness to pay [Trade-offs]</a:t>
            </a:r>
            <a:endParaRPr lang="en-ZW" sz="2000" b="1" dirty="0"/>
          </a:p>
        </p:txBody>
      </p:sp>
    </p:spTree>
    <p:extLst>
      <p:ext uri="{BB962C8B-B14F-4D97-AF65-F5344CB8AC3E}">
        <p14:creationId xmlns:p14="http://schemas.microsoft.com/office/powerpoint/2010/main" val="4194490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1664489-D7F6-2C92-1075-7D191557A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04" y="1786354"/>
            <a:ext cx="5074865" cy="18586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73A129-AEDF-B728-92CB-6018666CB336}"/>
              </a:ext>
            </a:extLst>
          </p:cNvPr>
          <p:cNvSpPr txBox="1"/>
          <p:nvPr/>
        </p:nvSpPr>
        <p:spPr>
          <a:xfrm>
            <a:off x="263352" y="4869160"/>
            <a:ext cx="5263481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APSIM + Gridded prices + Golden section search stochastic dominance optimization</a:t>
            </a:r>
            <a:endParaRPr lang="en-ZW" b="1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D6E5C40-4B85-5AFA-9450-384344CFF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63" y="346194"/>
            <a:ext cx="11863537" cy="804583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Climatic risk and bio-economic modeling: Future risk proofing agricultural innovations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AD1AA9-B019-CC16-18D3-AD5984B00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834" y="2299112"/>
            <a:ext cx="6402199" cy="38661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4A49A4-A870-5188-E332-95C4E9150390}"/>
              </a:ext>
            </a:extLst>
          </p:cNvPr>
          <p:cNvSpPr/>
          <p:nvPr/>
        </p:nvSpPr>
        <p:spPr>
          <a:xfrm>
            <a:off x="9480376" y="1688184"/>
            <a:ext cx="2536047" cy="102349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Optimal rice-wheat sowing strategy even for risk-averse farmer under climatic risk</a:t>
            </a:r>
            <a:endParaRPr lang="en-ZW" sz="16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28379-02F4-85EB-7874-5E0F4A3793E1}"/>
              </a:ext>
            </a:extLst>
          </p:cNvPr>
          <p:cNvSpPr txBox="1"/>
          <p:nvPr/>
        </p:nvSpPr>
        <p:spPr>
          <a:xfrm>
            <a:off x="480040" y="5988216"/>
            <a:ext cx="6552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W" sz="1200" b="1" dirty="0"/>
              <a:t>R code: </a:t>
            </a:r>
            <a:r>
              <a:rPr lang="en-ZW" sz="1200" dirty="0">
                <a:hlinkClick r:id="rId5"/>
              </a:rPr>
              <a:t>https://github.com/EiA2030-ex-ante/WTP_Bounds_SOSD_Risk_Model</a:t>
            </a:r>
            <a:r>
              <a:rPr lang="en-ZW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2799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A8736-9130-91A5-55BE-4E2629158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38138"/>
          </a:xfrm>
        </p:spPr>
        <p:txBody>
          <a:bodyPr/>
          <a:lstStyle/>
          <a:p>
            <a:r>
              <a:rPr lang="en-US" dirty="0"/>
              <a:t>(4) Regional farm type and individual farm model (IFM) level bio-economic optimization</a:t>
            </a:r>
            <a:endParaRPr lang="en-Z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086F9-0C10-9BDE-8829-9B61FF968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412776"/>
            <a:ext cx="11737304" cy="5040560"/>
          </a:xfrm>
        </p:spPr>
        <p:txBody>
          <a:bodyPr/>
          <a:lstStyle/>
          <a:p>
            <a:r>
              <a:rPr lang="en-US" b="1" dirty="0"/>
              <a:t>Bioeconomic (BE) modeling: </a:t>
            </a:r>
            <a:r>
              <a:rPr lang="en-US" dirty="0"/>
              <a:t>Hybrid models of biology and economics. Underscores tradeoffs in ecological and economic functions.</a:t>
            </a:r>
          </a:p>
          <a:p>
            <a:r>
              <a:rPr lang="en-US" b="1" dirty="0"/>
              <a:t>Well-known examples of bioeconomic models: </a:t>
            </a:r>
            <a:r>
              <a:rPr lang="en-US" b="1" dirty="0">
                <a:solidFill>
                  <a:schemeClr val="bg2"/>
                </a:solidFill>
              </a:rPr>
              <a:t>IMPACT by IFPRI</a:t>
            </a:r>
            <a:r>
              <a:rPr lang="en-US" dirty="0">
                <a:solidFill>
                  <a:schemeClr val="bg2"/>
                </a:solidFill>
              </a:rPr>
              <a:t>, </a:t>
            </a:r>
            <a:r>
              <a:rPr lang="en-US" b="1" dirty="0">
                <a:solidFill>
                  <a:schemeClr val="bg2"/>
                </a:solidFill>
              </a:rPr>
              <a:t>CAPRI by EU</a:t>
            </a:r>
            <a:r>
              <a:rPr lang="en-US" dirty="0">
                <a:solidFill>
                  <a:schemeClr val="bg2"/>
                </a:solidFill>
              </a:rPr>
              <a:t>, </a:t>
            </a:r>
            <a:r>
              <a:rPr lang="en-US" b="1" dirty="0">
                <a:solidFill>
                  <a:schemeClr val="bg2"/>
                </a:solidFill>
              </a:rPr>
              <a:t>FASOM-GHG and REAP by USDA. </a:t>
            </a:r>
          </a:p>
          <a:p>
            <a:r>
              <a:rPr lang="en-US" b="1" dirty="0"/>
              <a:t>Can have crop growth models, livestock models, LTEs, survey evidence, </a:t>
            </a:r>
            <a:r>
              <a:rPr lang="en-US" b="1" dirty="0" err="1"/>
              <a:t>e.t.c</a:t>
            </a:r>
            <a:r>
              <a:rPr lang="en-US" b="1" dirty="0"/>
              <a:t>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/>
              <a:t>Caveats: </a:t>
            </a:r>
            <a:r>
              <a:rPr lang="en-US" dirty="0"/>
              <a:t>Mostly regional models and not capturing individual farmer behavior.</a:t>
            </a:r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/>
              <a:t>Integrating Causal AI, probabilistic programming, and consistent disaggregation </a:t>
            </a:r>
            <a:r>
              <a:rPr lang="en-US" dirty="0"/>
              <a:t>can</a:t>
            </a:r>
            <a:r>
              <a:rPr lang="en-US" b="1" dirty="0"/>
              <a:t> </a:t>
            </a:r>
            <a:r>
              <a:rPr lang="en-US" dirty="0"/>
              <a:t>add personalized assessment, bridging the micro-meso-macro dynamics. </a:t>
            </a:r>
          </a:p>
          <a:p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2031062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FFE99-F79C-AE0C-31A2-69EFDF1E6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260648"/>
            <a:ext cx="11532408" cy="1047014"/>
          </a:xfrm>
        </p:spPr>
        <p:txBody>
          <a:bodyPr>
            <a:normAutofit fontScale="90000"/>
          </a:bodyPr>
          <a:lstStyle/>
          <a:p>
            <a:r>
              <a:rPr lang="en-US" dirty="0"/>
              <a:t>Price endogenous mathematical programming for bioeconomic sector modeling</a:t>
            </a:r>
            <a:endParaRPr lang="en-ZW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1A0A11-191D-A1CC-2A02-18384AAFF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930" y="1700808"/>
            <a:ext cx="7572806" cy="33123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A57BA4-D175-0741-D3D5-F4732FC7B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36" y="1417638"/>
            <a:ext cx="3933333" cy="22571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87074B-024A-33B5-5624-FC8CCBCD307F}"/>
              </a:ext>
            </a:extLst>
          </p:cNvPr>
          <p:cNvSpPr txBox="1"/>
          <p:nvPr/>
        </p:nvSpPr>
        <p:spPr>
          <a:xfrm>
            <a:off x="223594" y="4600434"/>
            <a:ext cx="40526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ptos" panose="020B0004020202020204" pitchFamily="34" charset="0"/>
              </a:rPr>
              <a:t>Forthcoming paper on GAMS code and GUI for the model</a:t>
            </a:r>
            <a:r>
              <a:rPr lang="en-US" b="1" dirty="0">
                <a:latin typeface="Aptos" panose="020B0004020202020204" pitchFamily="34" charset="0"/>
              </a:rPr>
              <a:t>: RAGS: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Regional Mathematical Agricultural Sector Models for Policy Modeling in Data Limited Environments </a:t>
            </a:r>
          </a:p>
          <a:p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(Malawi, USA, India)</a:t>
            </a:r>
            <a:endParaRPr lang="en-ZW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ZW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9C6CE9-5DD4-7760-B2E4-231B0A74EA89}"/>
              </a:ext>
            </a:extLst>
          </p:cNvPr>
          <p:cNvSpPr txBox="1"/>
          <p:nvPr/>
        </p:nvSpPr>
        <p:spPr>
          <a:xfrm>
            <a:off x="4727848" y="5816082"/>
            <a:ext cx="7067912" cy="369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GAMS code: https://github.com/MaxwellMkondiwa/Malawi-ASM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82585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3350-050C-658C-E21C-57BCCD6C3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4082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FBF89-18A0-1AD5-5165-B04110702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7"/>
            <a:ext cx="11175032" cy="5256584"/>
          </a:xfrm>
        </p:spPr>
        <p:txBody>
          <a:bodyPr/>
          <a:lstStyle/>
          <a:p>
            <a:r>
              <a:rPr lang="en-US" b="1" dirty="0"/>
              <a:t>System risk-return analysis </a:t>
            </a:r>
            <a:r>
              <a:rPr lang="en-US" dirty="0"/>
              <a:t>can help in discovering </a:t>
            </a:r>
            <a:r>
              <a:rPr lang="en-US" b="1" dirty="0"/>
              <a:t>new farming systems.</a:t>
            </a:r>
          </a:p>
          <a:p>
            <a:r>
              <a:rPr lang="en-US" b="1" dirty="0"/>
              <a:t>Shadow pricing </a:t>
            </a:r>
            <a:r>
              <a:rPr lang="en-US" dirty="0"/>
              <a:t>as a strategy for giving monetary values to </a:t>
            </a:r>
            <a:r>
              <a:rPr lang="en-US" b="1" dirty="0"/>
              <a:t>non-monetary indicators, e.g., GHG.</a:t>
            </a:r>
          </a:p>
          <a:p>
            <a:r>
              <a:rPr lang="en-US" dirty="0"/>
              <a:t>Multivariate </a:t>
            </a:r>
            <a:r>
              <a:rPr lang="en-US" dirty="0" err="1"/>
              <a:t>geoadditive</a:t>
            </a:r>
            <a:r>
              <a:rPr lang="en-US" dirty="0"/>
              <a:t> Bayesian models allow understanding factors affecting </a:t>
            </a:r>
            <a:r>
              <a:rPr lang="en-US" b="1" dirty="0"/>
              <a:t>interdependence between components of a system</a:t>
            </a:r>
            <a:r>
              <a:rPr lang="en-US" dirty="0"/>
              <a:t>.</a:t>
            </a:r>
          </a:p>
          <a:p>
            <a:r>
              <a:rPr lang="en-US" dirty="0"/>
              <a:t>Individual farm modeling, farm type modeling and regional farm models can help in understanding farming systems.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Advances in AI, probabilistic programming, and consistent aggregation allow disaggregated models and foresight modeling for future typologies.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0856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18C025-A8BC-F2D4-A03B-98BAC4B23C28}"/>
              </a:ext>
            </a:extLst>
          </p:cNvPr>
          <p:cNvSpPr txBox="1"/>
          <p:nvPr/>
        </p:nvSpPr>
        <p:spPr>
          <a:xfrm>
            <a:off x="7392144" y="4797152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m.mkondiwa@cgiar.org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endParaRPr lang="en-ZW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868966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One">
  <a:themeElements>
    <a:clrScheme name="CIMMYT palette">
      <a:dk1>
        <a:srgbClr val="000000"/>
      </a:dk1>
      <a:lt1>
        <a:srgbClr val="FFFFFF"/>
      </a:lt1>
      <a:dk2>
        <a:srgbClr val="77BD41"/>
      </a:dk2>
      <a:lt2>
        <a:srgbClr val="326670"/>
      </a:lt2>
      <a:accent1>
        <a:srgbClr val="8EC1CB"/>
      </a:accent1>
      <a:accent2>
        <a:srgbClr val="704B0F"/>
      </a:accent2>
      <a:accent3>
        <a:srgbClr val="FFBF50"/>
      </a:accent3>
      <a:accent4>
        <a:srgbClr val="D8D8AD"/>
      </a:accent4>
      <a:accent5>
        <a:srgbClr val="F17B2B"/>
      </a:accent5>
      <a:accent6>
        <a:srgbClr val="BDC1BD"/>
      </a:accent6>
      <a:hlink>
        <a:srgbClr val="0000FF"/>
      </a:hlink>
      <a:folHlink>
        <a:srgbClr val="B2A39A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7" id="{C742E46A-1127-EE47-B45D-05DF8496BB86}" vid="{6F59028F-BCBB-8A42-BF9B-40917DB371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2E4A04CAA9464881474AFCDAE59AA4" ma:contentTypeVersion="18" ma:contentTypeDescription="Create a new document." ma:contentTypeScope="" ma:versionID="f0a99f3336d30c64e0c89638eac23727">
  <xsd:schema xmlns:xsd="http://www.w3.org/2001/XMLSchema" xmlns:xs="http://www.w3.org/2001/XMLSchema" xmlns:p="http://schemas.microsoft.com/office/2006/metadata/properties" xmlns:ns1="http://schemas.microsoft.com/sharepoint/v3" xmlns:ns2="a26b8f31-8daa-4344-b2ca-473c8d2c2cff" xmlns:ns3="b3e72954-da9b-42b0-b28c-1c21233bf58a" targetNamespace="http://schemas.microsoft.com/office/2006/metadata/properties" ma:root="true" ma:fieldsID="f14c53a78c653288c31ba4e1caed1de4" ns1:_="" ns2:_="" ns3:_="">
    <xsd:import namespace="http://schemas.microsoft.com/sharepoint/v3"/>
    <xsd:import namespace="a26b8f31-8daa-4344-b2ca-473c8d2c2cff"/>
    <xsd:import namespace="b3e72954-da9b-42b0-b28c-1c21233bf58a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4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5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6b8f31-8daa-4344-b2ca-473c8d2c2c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c6f86242-ece9-44f3-9f48-18e905d72b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e72954-da9b-42b0-b28c-1c21233bf58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dbb82d1-67f3-4661-9958-613c1b92a546}" ma:internalName="TaxCatchAll" ma:showField="CatchAllData" ma:web="b3e72954-da9b-42b0-b28c-1c21233bf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6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lcf76f155ced4ddcb4097134ff3c332f xmlns="a26b8f31-8daa-4344-b2ca-473c8d2c2cff">
      <Terms xmlns="http://schemas.microsoft.com/office/infopath/2007/PartnerControls"/>
    </lcf76f155ced4ddcb4097134ff3c332f>
    <TaxCatchAll xmlns="b3e72954-da9b-42b0-b28c-1c21233bf58a" xsi:nil="true"/>
  </documentManagement>
</p:properties>
</file>

<file path=customXml/itemProps1.xml><?xml version="1.0" encoding="utf-8"?>
<ds:datastoreItem xmlns:ds="http://schemas.openxmlformats.org/officeDocument/2006/customXml" ds:itemID="{7C854B63-B362-4CD4-A228-B1FC8173C5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CFA1EE-833F-4783-9801-7ACB2A1EEB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26b8f31-8daa-4344-b2ca-473c8d2c2cff"/>
    <ds:schemaRef ds:uri="b3e72954-da9b-42b0-b28c-1c21233bf5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5DFF16D-9B09-4045-8A97-6AD5D986E4B4}">
  <ds:schemaRefs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elements/1.1/"/>
    <ds:schemaRef ds:uri="a26b8f31-8daa-4344-b2ca-473c8d2c2cff"/>
    <ds:schemaRef ds:uri="http://purl.org/dc/terms/"/>
    <ds:schemaRef ds:uri="http://schemas.openxmlformats.org/package/2006/metadata/core-properties"/>
    <ds:schemaRef ds:uri="b3e72954-da9b-42b0-b28c-1c21233bf58a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Master One</Template>
  <TotalTime>26529</TotalTime>
  <Words>1642</Words>
  <Application>Microsoft Office PowerPoint</Application>
  <PresentationFormat>Widescreen</PresentationFormat>
  <Paragraphs>339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Aptos</vt:lpstr>
      <vt:lpstr>Aptos Display</vt:lpstr>
      <vt:lpstr>Arial</vt:lpstr>
      <vt:lpstr>Avenir Next LT Pro</vt:lpstr>
      <vt:lpstr>Calibri</vt:lpstr>
      <vt:lpstr>Cambria Math</vt:lpstr>
      <vt:lpstr>Circe Slab C Medium</vt:lpstr>
      <vt:lpstr>Courier New</vt:lpstr>
      <vt:lpstr>Master One</vt:lpstr>
      <vt:lpstr>Risk and Bio-Economic Modeling of Farming Systems</vt:lpstr>
      <vt:lpstr>Outline</vt:lpstr>
      <vt:lpstr>(1) From yield gaps to profit gaps and livelihood gaps </vt:lpstr>
      <vt:lpstr>Stylized facts: (1) Net returns more variable than gross returns, (2) farmers growing multiple crops per year still poor despite potential </vt:lpstr>
      <vt:lpstr>(2) Integrated typology-yield/welfare gap analysis framework: On-going work</vt:lpstr>
      <vt:lpstr>Descriptive heterogeneity analysis</vt:lpstr>
      <vt:lpstr>Efficiency scores for all farmers, typology probability factors and transitions</vt:lpstr>
      <vt:lpstr>(3) Dealing with multiple objectives: Farm level modeling</vt:lpstr>
      <vt:lpstr>Estimating minimum carbon credit payments: Steps linking yield–emission outcomes, shadow prices, and farmer-level payment benchmarks </vt:lpstr>
      <vt:lpstr>Convex quantile regression directional distance function (CQR-DDF)</vt:lpstr>
      <vt:lpstr>PowerPoint Presentation</vt:lpstr>
      <vt:lpstr>Why risk modeling?</vt:lpstr>
      <vt:lpstr>Goal: Risk proofing agriculture</vt:lpstr>
      <vt:lpstr>EV and CVaR Quadratic programming: Nayak, Mkondiwa et al 2024 European Journal of Agronomy</vt:lpstr>
      <vt:lpstr>PowerPoint Presentation</vt:lpstr>
      <vt:lpstr>Main result</vt:lpstr>
      <vt:lpstr>(b) Stochastic efficiency with respect to a function (certainty equivalence and risk premium) </vt:lpstr>
      <vt:lpstr>Spatial system risk analysis using Bayesian geo-additive modeling of location and scale</vt:lpstr>
      <vt:lpstr>PowerPoint Presentation</vt:lpstr>
      <vt:lpstr>PowerPoint Presentation</vt:lpstr>
      <vt:lpstr>Climatic risk and bio-economic modeling: Future risk proofing agricultural innovations</vt:lpstr>
      <vt:lpstr>(4) Regional farm type and individual farm model (IFM) level bio-economic optimization</vt:lpstr>
      <vt:lpstr>Price endogenous mathematical programming for bioeconomic sector modeling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CIMMYT Donors</dc:title>
  <dc:creator>Maxwell Mkondiwa</dc:creator>
  <cp:lastModifiedBy>Maxwell Mkondiwa</cp:lastModifiedBy>
  <cp:revision>20</cp:revision>
  <cp:lastPrinted>2024-07-10T15:13:39Z</cp:lastPrinted>
  <dcterms:created xsi:type="dcterms:W3CDTF">2023-08-21T17:58:55Z</dcterms:created>
  <dcterms:modified xsi:type="dcterms:W3CDTF">2026-09-14T19:12:44Z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0x010100E52E4A04CAA9464881474AFCDAE59AA4</vt:lpwstr>
  </property>
</Properties>
</file>