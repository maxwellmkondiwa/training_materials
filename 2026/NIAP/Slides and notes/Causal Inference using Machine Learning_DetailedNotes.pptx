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95" r:id="rId6"/>
    <p:sldId id="296" r:id="rId7"/>
    <p:sldId id="297" r:id="rId8"/>
    <p:sldId id="259" r:id="rId9"/>
    <p:sldId id="291" r:id="rId10"/>
    <p:sldId id="298" r:id="rId11"/>
    <p:sldId id="302" r:id="rId12"/>
    <p:sldId id="301" r:id="rId13"/>
    <p:sldId id="303" r:id="rId14"/>
    <p:sldId id="299" r:id="rId15"/>
    <p:sldId id="304" r:id="rId16"/>
    <p:sldId id="300" r:id="rId17"/>
    <p:sldId id="305" r:id="rId18"/>
    <p:sldId id="261" r:id="rId19"/>
    <p:sldId id="262" r:id="rId20"/>
    <p:sldId id="263" r:id="rId21"/>
    <p:sldId id="264" r:id="rId22"/>
    <p:sldId id="265" r:id="rId23"/>
    <p:sldId id="266" r:id="rId24"/>
    <p:sldId id="267" r:id="rId25"/>
    <p:sldId id="268" r:id="rId26"/>
    <p:sldId id="269" r:id="rId27"/>
    <p:sldId id="271" r:id="rId28"/>
    <p:sldId id="273" r:id="rId29"/>
    <p:sldId id="274" r:id="rId30"/>
    <p:sldId id="272" r:id="rId31"/>
    <p:sldId id="275" r:id="rId32"/>
    <p:sldId id="276" r:id="rId33"/>
    <p:sldId id="277" r:id="rId34"/>
    <p:sldId id="278" r:id="rId35"/>
    <p:sldId id="280" r:id="rId36"/>
    <p:sldId id="283" r:id="rId37"/>
    <p:sldId id="284" r:id="rId38"/>
    <p:sldId id="286" r:id="rId39"/>
    <p:sldId id="288" r:id="rId40"/>
    <p:sldId id="282" r:id="rId41"/>
    <p:sldId id="292" r:id="rId42"/>
    <p:sldId id="293" r:id="rId43"/>
    <p:sldId id="294"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65C7E3-F34C-4DE0-88FB-5C2B61E28964}" v="1208" dt="2026-03-25T05:30:24.7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well Mkondiwa" userId="840b722011609402" providerId="LiveId" clId="{7A1BC428-3083-42B6-9325-56CA5A7BC8E0}"/>
    <pc:docChg chg="undo custSel addSld delSld modSld sldOrd">
      <pc:chgData name="Maxwell Mkondiwa" userId="840b722011609402" providerId="LiveId" clId="{7A1BC428-3083-42B6-9325-56CA5A7BC8E0}" dt="2026-03-25T05:50:05.668" v="7926" actId="20577"/>
      <pc:docMkLst>
        <pc:docMk/>
      </pc:docMkLst>
      <pc:sldChg chg="modSp mod">
        <pc:chgData name="Maxwell Mkondiwa" userId="840b722011609402" providerId="LiveId" clId="{7A1BC428-3083-42B6-9325-56CA5A7BC8E0}" dt="2026-03-25T05:35:14.234" v="7571" actId="20577"/>
        <pc:sldMkLst>
          <pc:docMk/>
          <pc:sldMk cId="2968912067" sldId="256"/>
        </pc:sldMkLst>
        <pc:spChg chg="mod">
          <ac:chgData name="Maxwell Mkondiwa" userId="840b722011609402" providerId="LiveId" clId="{7A1BC428-3083-42B6-9325-56CA5A7BC8E0}" dt="2026-03-25T05:35:14.234" v="7571" actId="20577"/>
          <ac:spMkLst>
            <pc:docMk/>
            <pc:sldMk cId="2968912067" sldId="256"/>
            <ac:spMk id="3" creationId="{0DEB71F8-4B06-A4A0-3DEC-F37184EA3F54}"/>
          </ac:spMkLst>
        </pc:spChg>
      </pc:sldChg>
      <pc:sldChg chg="modSp mod">
        <pc:chgData name="Maxwell Mkondiwa" userId="840b722011609402" providerId="LiveId" clId="{7A1BC428-3083-42B6-9325-56CA5A7BC8E0}" dt="2026-03-25T05:26:36.302" v="7330" actId="1076"/>
        <pc:sldMkLst>
          <pc:docMk/>
          <pc:sldMk cId="3444160231" sldId="259"/>
        </pc:sldMkLst>
        <pc:spChg chg="mod">
          <ac:chgData name="Maxwell Mkondiwa" userId="840b722011609402" providerId="LiveId" clId="{7A1BC428-3083-42B6-9325-56CA5A7BC8E0}" dt="2026-03-25T05:26:36.302" v="7330" actId="1076"/>
          <ac:spMkLst>
            <pc:docMk/>
            <pc:sldMk cId="3444160231" sldId="259"/>
            <ac:spMk id="2" creationId="{17678116-7821-B954-756B-4F5FCB570DBF}"/>
          </ac:spMkLst>
        </pc:spChg>
      </pc:sldChg>
      <pc:sldChg chg="modSp mod">
        <pc:chgData name="Maxwell Mkondiwa" userId="840b722011609402" providerId="LiveId" clId="{7A1BC428-3083-42B6-9325-56CA5A7BC8E0}" dt="2026-03-25T05:18:30.274" v="7123" actId="20577"/>
        <pc:sldMkLst>
          <pc:docMk/>
          <pc:sldMk cId="187324848" sldId="260"/>
        </pc:sldMkLst>
        <pc:spChg chg="mod">
          <ac:chgData name="Maxwell Mkondiwa" userId="840b722011609402" providerId="LiveId" clId="{7A1BC428-3083-42B6-9325-56CA5A7BC8E0}" dt="2026-03-25T05:18:30.274" v="7123" actId="20577"/>
          <ac:spMkLst>
            <pc:docMk/>
            <pc:sldMk cId="187324848" sldId="260"/>
            <ac:spMk id="2" creationId="{C7246E21-EEC9-001A-07C2-993EA02CEC7D}"/>
          </ac:spMkLst>
        </pc:spChg>
      </pc:sldChg>
      <pc:sldChg chg="modSp mod">
        <pc:chgData name="Maxwell Mkondiwa" userId="840b722011609402" providerId="LiveId" clId="{7A1BC428-3083-42B6-9325-56CA5A7BC8E0}" dt="2026-03-25T05:15:59.437" v="6991" actId="113"/>
        <pc:sldMkLst>
          <pc:docMk/>
          <pc:sldMk cId="2437872461" sldId="261"/>
        </pc:sldMkLst>
        <pc:spChg chg="mod">
          <ac:chgData name="Maxwell Mkondiwa" userId="840b722011609402" providerId="LiveId" clId="{7A1BC428-3083-42B6-9325-56CA5A7BC8E0}" dt="2026-03-25T05:15:59.437" v="6991" actId="113"/>
          <ac:spMkLst>
            <pc:docMk/>
            <pc:sldMk cId="2437872461" sldId="261"/>
            <ac:spMk id="2" creationId="{C920AD64-AFB2-49CB-CEA1-756705C0F1A5}"/>
          </ac:spMkLst>
        </pc:spChg>
      </pc:sldChg>
      <pc:sldChg chg="modSp mod">
        <pc:chgData name="Maxwell Mkondiwa" userId="840b722011609402" providerId="LiveId" clId="{7A1BC428-3083-42B6-9325-56CA5A7BC8E0}" dt="2026-03-21T04:05:08.190" v="209"/>
        <pc:sldMkLst>
          <pc:docMk/>
          <pc:sldMk cId="2126168452" sldId="266"/>
        </pc:sldMkLst>
        <pc:spChg chg="mod">
          <ac:chgData name="Maxwell Mkondiwa" userId="840b722011609402" providerId="LiveId" clId="{7A1BC428-3083-42B6-9325-56CA5A7BC8E0}" dt="2026-03-21T04:05:08.190" v="209"/>
          <ac:spMkLst>
            <pc:docMk/>
            <pc:sldMk cId="2126168452" sldId="266"/>
            <ac:spMk id="3" creationId="{9FFB375D-C585-C299-B2CE-555E784EE477}"/>
          </ac:spMkLst>
        </pc:spChg>
      </pc:sldChg>
      <pc:sldChg chg="modSp new mod">
        <pc:chgData name="Maxwell Mkondiwa" userId="840b722011609402" providerId="LiveId" clId="{7A1BC428-3083-42B6-9325-56CA5A7BC8E0}" dt="2026-03-21T04:36:19.613" v="796" actId="20577"/>
        <pc:sldMkLst>
          <pc:docMk/>
          <pc:sldMk cId="1201727379" sldId="267"/>
        </pc:sldMkLst>
        <pc:spChg chg="mod">
          <ac:chgData name="Maxwell Mkondiwa" userId="840b722011609402" providerId="LiveId" clId="{7A1BC428-3083-42B6-9325-56CA5A7BC8E0}" dt="2026-03-21T04:28:23.421" v="342" actId="20577"/>
          <ac:spMkLst>
            <pc:docMk/>
            <pc:sldMk cId="1201727379" sldId="267"/>
            <ac:spMk id="2" creationId="{C1A51238-B08E-E520-B1A8-CE5DE4E65396}"/>
          </ac:spMkLst>
        </pc:spChg>
        <pc:spChg chg="mod">
          <ac:chgData name="Maxwell Mkondiwa" userId="840b722011609402" providerId="LiveId" clId="{7A1BC428-3083-42B6-9325-56CA5A7BC8E0}" dt="2026-03-21T04:36:19.613" v="796" actId="20577"/>
          <ac:spMkLst>
            <pc:docMk/>
            <pc:sldMk cId="1201727379" sldId="267"/>
            <ac:spMk id="3" creationId="{3FAC8963-6370-2836-5F84-AAA1AF49981E}"/>
          </ac:spMkLst>
        </pc:spChg>
      </pc:sldChg>
      <pc:sldChg chg="modSp new mod">
        <pc:chgData name="Maxwell Mkondiwa" userId="840b722011609402" providerId="LiveId" clId="{7A1BC428-3083-42B6-9325-56CA5A7BC8E0}" dt="2026-03-21T05:18:54.740" v="1457" actId="20577"/>
        <pc:sldMkLst>
          <pc:docMk/>
          <pc:sldMk cId="2365324559" sldId="268"/>
        </pc:sldMkLst>
        <pc:spChg chg="mod">
          <ac:chgData name="Maxwell Mkondiwa" userId="840b722011609402" providerId="LiveId" clId="{7A1BC428-3083-42B6-9325-56CA5A7BC8E0}" dt="2026-03-21T04:38:02.908" v="824" actId="20577"/>
          <ac:spMkLst>
            <pc:docMk/>
            <pc:sldMk cId="2365324559" sldId="268"/>
            <ac:spMk id="2" creationId="{5C90CA50-B1BD-A9AE-101E-DFA24F9F36FA}"/>
          </ac:spMkLst>
        </pc:spChg>
        <pc:spChg chg="mod">
          <ac:chgData name="Maxwell Mkondiwa" userId="840b722011609402" providerId="LiveId" clId="{7A1BC428-3083-42B6-9325-56CA5A7BC8E0}" dt="2026-03-21T05:18:54.740" v="1457" actId="20577"/>
          <ac:spMkLst>
            <pc:docMk/>
            <pc:sldMk cId="2365324559" sldId="268"/>
            <ac:spMk id="3" creationId="{AAF5D961-AC78-B109-33E0-3535DFAD51E4}"/>
          </ac:spMkLst>
        </pc:spChg>
      </pc:sldChg>
      <pc:sldChg chg="modSp new mod">
        <pc:chgData name="Maxwell Mkondiwa" userId="840b722011609402" providerId="LiveId" clId="{7A1BC428-3083-42B6-9325-56CA5A7BC8E0}" dt="2026-03-21T05:54:03.164" v="3236" actId="20577"/>
        <pc:sldMkLst>
          <pc:docMk/>
          <pc:sldMk cId="1846411462" sldId="269"/>
        </pc:sldMkLst>
        <pc:spChg chg="mod">
          <ac:chgData name="Maxwell Mkondiwa" userId="840b722011609402" providerId="LiveId" clId="{7A1BC428-3083-42B6-9325-56CA5A7BC8E0}" dt="2026-03-21T04:06:17.577" v="259" actId="20577"/>
          <ac:spMkLst>
            <pc:docMk/>
            <pc:sldMk cId="1846411462" sldId="269"/>
            <ac:spMk id="2" creationId="{7B15952F-C48D-100F-CDDA-239615FC53B1}"/>
          </ac:spMkLst>
        </pc:spChg>
        <pc:spChg chg="mod">
          <ac:chgData name="Maxwell Mkondiwa" userId="840b722011609402" providerId="LiveId" clId="{7A1BC428-3083-42B6-9325-56CA5A7BC8E0}" dt="2026-03-21T05:54:03.164" v="3236" actId="20577"/>
          <ac:spMkLst>
            <pc:docMk/>
            <pc:sldMk cId="1846411462" sldId="269"/>
            <ac:spMk id="3" creationId="{B28CB603-801A-9C94-1430-388FA705EF72}"/>
          </ac:spMkLst>
        </pc:spChg>
      </pc:sldChg>
      <pc:sldChg chg="modSp new mod">
        <pc:chgData name="Maxwell Mkondiwa" userId="840b722011609402" providerId="LiveId" clId="{7A1BC428-3083-42B6-9325-56CA5A7BC8E0}" dt="2026-03-21T05:33:53.421" v="1612" actId="20577"/>
        <pc:sldMkLst>
          <pc:docMk/>
          <pc:sldMk cId="3474305603" sldId="271"/>
        </pc:sldMkLst>
        <pc:spChg chg="mod">
          <ac:chgData name="Maxwell Mkondiwa" userId="840b722011609402" providerId="LiveId" clId="{7A1BC428-3083-42B6-9325-56CA5A7BC8E0}" dt="2026-03-21T05:33:31.575" v="1574" actId="20577"/>
          <ac:spMkLst>
            <pc:docMk/>
            <pc:sldMk cId="3474305603" sldId="271"/>
            <ac:spMk id="2" creationId="{D9FBC784-B8F9-8CAB-FCFD-1BBFED3B075B}"/>
          </ac:spMkLst>
        </pc:spChg>
        <pc:spChg chg="mod">
          <ac:chgData name="Maxwell Mkondiwa" userId="840b722011609402" providerId="LiveId" clId="{7A1BC428-3083-42B6-9325-56CA5A7BC8E0}" dt="2026-03-21T05:33:53.421" v="1612" actId="20577"/>
          <ac:spMkLst>
            <pc:docMk/>
            <pc:sldMk cId="3474305603" sldId="271"/>
            <ac:spMk id="3" creationId="{13182998-56A0-D18A-0A6F-082F3F85F792}"/>
          </ac:spMkLst>
        </pc:spChg>
      </pc:sldChg>
      <pc:sldChg chg="modSp new mod">
        <pc:chgData name="Maxwell Mkondiwa" userId="840b722011609402" providerId="LiveId" clId="{7A1BC428-3083-42B6-9325-56CA5A7BC8E0}" dt="2026-03-21T05:50:07.796" v="3096" actId="20577"/>
        <pc:sldMkLst>
          <pc:docMk/>
          <pc:sldMk cId="1359186440" sldId="272"/>
        </pc:sldMkLst>
        <pc:spChg chg="mod">
          <ac:chgData name="Maxwell Mkondiwa" userId="840b722011609402" providerId="LiveId" clId="{7A1BC428-3083-42B6-9325-56CA5A7BC8E0}" dt="2026-03-21T05:46:58.519" v="2802" actId="20577"/>
          <ac:spMkLst>
            <pc:docMk/>
            <pc:sldMk cId="1359186440" sldId="272"/>
            <ac:spMk id="2" creationId="{4761A192-C5FD-2B6C-6424-C6E55774C9B8}"/>
          </ac:spMkLst>
        </pc:spChg>
        <pc:spChg chg="mod">
          <ac:chgData name="Maxwell Mkondiwa" userId="840b722011609402" providerId="LiveId" clId="{7A1BC428-3083-42B6-9325-56CA5A7BC8E0}" dt="2026-03-21T05:50:07.796" v="3096" actId="20577"/>
          <ac:spMkLst>
            <pc:docMk/>
            <pc:sldMk cId="1359186440" sldId="272"/>
            <ac:spMk id="3" creationId="{6F9ACA32-B1D5-2621-C3D5-808F25227FCB}"/>
          </ac:spMkLst>
        </pc:spChg>
      </pc:sldChg>
      <pc:sldChg chg="modSp new mod">
        <pc:chgData name="Maxwell Mkondiwa" userId="840b722011609402" providerId="LiveId" clId="{7A1BC428-3083-42B6-9325-56CA5A7BC8E0}" dt="2026-03-21T05:41:11.825" v="2320" actId="20577"/>
        <pc:sldMkLst>
          <pc:docMk/>
          <pc:sldMk cId="993646590" sldId="273"/>
        </pc:sldMkLst>
        <pc:spChg chg="mod">
          <ac:chgData name="Maxwell Mkondiwa" userId="840b722011609402" providerId="LiveId" clId="{7A1BC428-3083-42B6-9325-56CA5A7BC8E0}" dt="2026-03-21T05:34:30.007" v="1653" actId="20577"/>
          <ac:spMkLst>
            <pc:docMk/>
            <pc:sldMk cId="993646590" sldId="273"/>
            <ac:spMk id="2" creationId="{02BE4EEE-F829-57A1-F8FE-5BADB99AE897}"/>
          </ac:spMkLst>
        </pc:spChg>
        <pc:spChg chg="mod">
          <ac:chgData name="Maxwell Mkondiwa" userId="840b722011609402" providerId="LiveId" clId="{7A1BC428-3083-42B6-9325-56CA5A7BC8E0}" dt="2026-03-21T05:41:11.825" v="2320" actId="20577"/>
          <ac:spMkLst>
            <pc:docMk/>
            <pc:sldMk cId="993646590" sldId="273"/>
            <ac:spMk id="3" creationId="{A027A152-D74F-0830-AEA9-FF7DE103F1ED}"/>
          </ac:spMkLst>
        </pc:spChg>
      </pc:sldChg>
      <pc:sldChg chg="modSp new mod">
        <pc:chgData name="Maxwell Mkondiwa" userId="840b722011609402" providerId="LiveId" clId="{7A1BC428-3083-42B6-9325-56CA5A7BC8E0}" dt="2026-03-21T05:45:12.332" v="2746" actId="20577"/>
        <pc:sldMkLst>
          <pc:docMk/>
          <pc:sldMk cId="897588166" sldId="274"/>
        </pc:sldMkLst>
        <pc:spChg chg="mod">
          <ac:chgData name="Maxwell Mkondiwa" userId="840b722011609402" providerId="LiveId" clId="{7A1BC428-3083-42B6-9325-56CA5A7BC8E0}" dt="2026-03-21T05:42:04.497" v="2360" actId="20577"/>
          <ac:spMkLst>
            <pc:docMk/>
            <pc:sldMk cId="897588166" sldId="274"/>
            <ac:spMk id="2" creationId="{2002DE0E-B76A-4C8E-DC95-E16BC131F878}"/>
          </ac:spMkLst>
        </pc:spChg>
        <pc:spChg chg="mod">
          <ac:chgData name="Maxwell Mkondiwa" userId="840b722011609402" providerId="LiveId" clId="{7A1BC428-3083-42B6-9325-56CA5A7BC8E0}" dt="2026-03-21T05:45:12.332" v="2746" actId="20577"/>
          <ac:spMkLst>
            <pc:docMk/>
            <pc:sldMk cId="897588166" sldId="274"/>
            <ac:spMk id="3" creationId="{5B3D2849-52ED-37AE-A47E-8033B87A23B6}"/>
          </ac:spMkLst>
        </pc:spChg>
      </pc:sldChg>
      <pc:sldChg chg="modSp new mod">
        <pc:chgData name="Maxwell Mkondiwa" userId="840b722011609402" providerId="LiveId" clId="{7A1BC428-3083-42B6-9325-56CA5A7BC8E0}" dt="2026-03-21T05:51:41.721" v="3125" actId="20577"/>
        <pc:sldMkLst>
          <pc:docMk/>
          <pc:sldMk cId="3250643613" sldId="275"/>
        </pc:sldMkLst>
        <pc:spChg chg="mod">
          <ac:chgData name="Maxwell Mkondiwa" userId="840b722011609402" providerId="LiveId" clId="{7A1BC428-3083-42B6-9325-56CA5A7BC8E0}" dt="2026-03-21T05:51:15.542" v="3107" actId="5793"/>
          <ac:spMkLst>
            <pc:docMk/>
            <pc:sldMk cId="3250643613" sldId="275"/>
            <ac:spMk id="2" creationId="{BC57855A-C763-E8A2-0E9C-19527BB88719}"/>
          </ac:spMkLst>
        </pc:spChg>
        <pc:spChg chg="mod">
          <ac:chgData name="Maxwell Mkondiwa" userId="840b722011609402" providerId="LiveId" clId="{7A1BC428-3083-42B6-9325-56CA5A7BC8E0}" dt="2026-03-21T05:51:41.721" v="3125" actId="20577"/>
          <ac:spMkLst>
            <pc:docMk/>
            <pc:sldMk cId="3250643613" sldId="275"/>
            <ac:spMk id="3" creationId="{ECA96248-F673-EBAF-8461-320FCE3BF901}"/>
          </ac:spMkLst>
        </pc:spChg>
      </pc:sldChg>
      <pc:sldChg chg="new">
        <pc:chgData name="Maxwell Mkondiwa" userId="840b722011609402" providerId="LiveId" clId="{7A1BC428-3083-42B6-9325-56CA5A7BC8E0}" dt="2026-03-21T05:54:48.565" v="3237" actId="680"/>
        <pc:sldMkLst>
          <pc:docMk/>
          <pc:sldMk cId="4236288200" sldId="276"/>
        </pc:sldMkLst>
      </pc:sldChg>
      <pc:sldChg chg="modSp new mod">
        <pc:chgData name="Maxwell Mkondiwa" userId="840b722011609402" providerId="LiveId" clId="{7A1BC428-3083-42B6-9325-56CA5A7BC8E0}" dt="2026-03-25T05:16:52.955" v="7042" actId="20577"/>
        <pc:sldMkLst>
          <pc:docMk/>
          <pc:sldMk cId="1284007491" sldId="277"/>
        </pc:sldMkLst>
        <pc:spChg chg="mod">
          <ac:chgData name="Maxwell Mkondiwa" userId="840b722011609402" providerId="LiveId" clId="{7A1BC428-3083-42B6-9325-56CA5A7BC8E0}" dt="2026-03-25T05:16:52.955" v="7042" actId="20577"/>
          <ac:spMkLst>
            <pc:docMk/>
            <pc:sldMk cId="1284007491" sldId="277"/>
            <ac:spMk id="2" creationId="{A349D5FE-62D4-1649-24BF-EFDFE250E307}"/>
          </ac:spMkLst>
        </pc:spChg>
      </pc:sldChg>
      <pc:sldChg chg="modSp new mod">
        <pc:chgData name="Maxwell Mkondiwa" userId="840b722011609402" providerId="LiveId" clId="{7A1BC428-3083-42B6-9325-56CA5A7BC8E0}" dt="2026-03-21T05:57:02.700" v="3525" actId="20577"/>
        <pc:sldMkLst>
          <pc:docMk/>
          <pc:sldMk cId="521308808" sldId="278"/>
        </pc:sldMkLst>
        <pc:spChg chg="mod">
          <ac:chgData name="Maxwell Mkondiwa" userId="840b722011609402" providerId="LiveId" clId="{7A1BC428-3083-42B6-9325-56CA5A7BC8E0}" dt="2026-03-21T05:55:26.945" v="3307" actId="20577"/>
          <ac:spMkLst>
            <pc:docMk/>
            <pc:sldMk cId="521308808" sldId="278"/>
            <ac:spMk id="2" creationId="{DFF2BA2E-6303-BFDE-652A-E8ADCE3C5BE6}"/>
          </ac:spMkLst>
        </pc:spChg>
        <pc:spChg chg="mod">
          <ac:chgData name="Maxwell Mkondiwa" userId="840b722011609402" providerId="LiveId" clId="{7A1BC428-3083-42B6-9325-56CA5A7BC8E0}" dt="2026-03-21T05:57:02.700" v="3525" actId="20577"/>
          <ac:spMkLst>
            <pc:docMk/>
            <pc:sldMk cId="521308808" sldId="278"/>
            <ac:spMk id="3" creationId="{B0C8F103-F00F-008A-F6B0-D835FFAC8D41}"/>
          </ac:spMkLst>
        </pc:spChg>
      </pc:sldChg>
      <pc:sldChg chg="addSp delSp modSp new mod">
        <pc:chgData name="Maxwell Mkondiwa" userId="840b722011609402" providerId="LiveId" clId="{7A1BC428-3083-42B6-9325-56CA5A7BC8E0}" dt="2026-03-21T06:00:13.627" v="3983" actId="26606"/>
        <pc:sldMkLst>
          <pc:docMk/>
          <pc:sldMk cId="2905505359" sldId="280"/>
        </pc:sldMkLst>
        <pc:spChg chg="mod">
          <ac:chgData name="Maxwell Mkondiwa" userId="840b722011609402" providerId="LiveId" clId="{7A1BC428-3083-42B6-9325-56CA5A7BC8E0}" dt="2026-03-21T05:58:37.653" v="3770" actId="20577"/>
          <ac:spMkLst>
            <pc:docMk/>
            <pc:sldMk cId="2905505359" sldId="280"/>
            <ac:spMk id="2" creationId="{ED87C64E-60EC-F38D-89E3-5F863C6AC12D}"/>
          </ac:spMkLst>
        </pc:spChg>
        <pc:spChg chg="mod">
          <ac:chgData name="Maxwell Mkondiwa" userId="840b722011609402" providerId="LiveId" clId="{7A1BC428-3083-42B6-9325-56CA5A7BC8E0}" dt="2026-03-21T05:57:47.874" v="3616" actId="5793"/>
          <ac:spMkLst>
            <pc:docMk/>
            <pc:sldMk cId="2905505359" sldId="280"/>
            <ac:spMk id="3" creationId="{417903F5-46DA-3DD6-3E3E-3997C423B8EF}"/>
          </ac:spMkLst>
        </pc:spChg>
        <pc:spChg chg="mod">
          <ac:chgData name="Maxwell Mkondiwa" userId="840b722011609402" providerId="LiveId" clId="{7A1BC428-3083-42B6-9325-56CA5A7BC8E0}" dt="2026-03-21T05:58:32.660" v="3768" actId="20577"/>
          <ac:spMkLst>
            <pc:docMk/>
            <pc:sldMk cId="2905505359" sldId="280"/>
            <ac:spMk id="4" creationId="{555A5E9C-EA14-3391-AC6E-B237FB4618ED}"/>
          </ac:spMkLst>
        </pc:spChg>
        <pc:spChg chg="mod">
          <ac:chgData name="Maxwell Mkondiwa" userId="840b722011609402" providerId="LiveId" clId="{7A1BC428-3083-42B6-9325-56CA5A7BC8E0}" dt="2026-03-21T05:57:50.363" v="3619" actId="20577"/>
          <ac:spMkLst>
            <pc:docMk/>
            <pc:sldMk cId="2905505359" sldId="280"/>
            <ac:spMk id="5" creationId="{8200B7A5-DA25-143A-1383-D859F5F61CC2}"/>
          </ac:spMkLst>
        </pc:spChg>
        <pc:spChg chg="add del mod">
          <ac:chgData name="Maxwell Mkondiwa" userId="840b722011609402" providerId="LiveId" clId="{7A1BC428-3083-42B6-9325-56CA5A7BC8E0}" dt="2026-03-21T06:00:13.627" v="3983" actId="26606"/>
          <ac:spMkLst>
            <pc:docMk/>
            <pc:sldMk cId="2905505359" sldId="280"/>
            <ac:spMk id="6" creationId="{7A7C6BF0-9723-4C93-A431-F39320E9260D}"/>
          </ac:spMkLst>
        </pc:spChg>
      </pc:sldChg>
      <pc:sldChg chg="modSp new mod">
        <pc:chgData name="Maxwell Mkondiwa" userId="840b722011609402" providerId="LiveId" clId="{7A1BC428-3083-42B6-9325-56CA5A7BC8E0}" dt="2026-03-21T06:42:23.166" v="6385" actId="20577"/>
        <pc:sldMkLst>
          <pc:docMk/>
          <pc:sldMk cId="930245593" sldId="282"/>
        </pc:sldMkLst>
        <pc:spChg chg="mod">
          <ac:chgData name="Maxwell Mkondiwa" userId="840b722011609402" providerId="LiveId" clId="{7A1BC428-3083-42B6-9325-56CA5A7BC8E0}" dt="2026-03-21T06:32:17.408" v="5836" actId="20577"/>
          <ac:spMkLst>
            <pc:docMk/>
            <pc:sldMk cId="930245593" sldId="282"/>
            <ac:spMk id="2" creationId="{9E473A3D-67E1-043A-AA60-15AF61812E18}"/>
          </ac:spMkLst>
        </pc:spChg>
        <pc:spChg chg="mod">
          <ac:chgData name="Maxwell Mkondiwa" userId="840b722011609402" providerId="LiveId" clId="{7A1BC428-3083-42B6-9325-56CA5A7BC8E0}" dt="2026-03-21T06:42:23.166" v="6385" actId="20577"/>
          <ac:spMkLst>
            <pc:docMk/>
            <pc:sldMk cId="930245593" sldId="282"/>
            <ac:spMk id="3" creationId="{75368048-1357-7215-9A68-924FBAE2B155}"/>
          </ac:spMkLst>
        </pc:spChg>
      </pc:sldChg>
      <pc:sldChg chg="modSp new mod">
        <pc:chgData name="Maxwell Mkondiwa" userId="840b722011609402" providerId="LiveId" clId="{7A1BC428-3083-42B6-9325-56CA5A7BC8E0}" dt="2026-03-21T06:15:14.759" v="4470" actId="20577"/>
        <pc:sldMkLst>
          <pc:docMk/>
          <pc:sldMk cId="3002065317" sldId="283"/>
        </pc:sldMkLst>
        <pc:spChg chg="mod">
          <ac:chgData name="Maxwell Mkondiwa" userId="840b722011609402" providerId="LiveId" clId="{7A1BC428-3083-42B6-9325-56CA5A7BC8E0}" dt="2026-03-21T06:10:30.999" v="4003" actId="20577"/>
          <ac:spMkLst>
            <pc:docMk/>
            <pc:sldMk cId="3002065317" sldId="283"/>
            <ac:spMk id="2" creationId="{77C382BE-1BCE-3E2B-C207-9F797FB05B26}"/>
          </ac:spMkLst>
        </pc:spChg>
        <pc:spChg chg="mod">
          <ac:chgData name="Maxwell Mkondiwa" userId="840b722011609402" providerId="LiveId" clId="{7A1BC428-3083-42B6-9325-56CA5A7BC8E0}" dt="2026-03-21T06:15:14.759" v="4470" actId="20577"/>
          <ac:spMkLst>
            <pc:docMk/>
            <pc:sldMk cId="3002065317" sldId="283"/>
            <ac:spMk id="3" creationId="{EC2F0C7F-C704-EE43-F4EC-0B21E3EC63D0}"/>
          </ac:spMkLst>
        </pc:spChg>
      </pc:sldChg>
      <pc:sldChg chg="modSp new mod">
        <pc:chgData name="Maxwell Mkondiwa" userId="840b722011609402" providerId="LiveId" clId="{7A1BC428-3083-42B6-9325-56CA5A7BC8E0}" dt="2026-03-21T06:18:29.203" v="4786" actId="20577"/>
        <pc:sldMkLst>
          <pc:docMk/>
          <pc:sldMk cId="787621052" sldId="284"/>
        </pc:sldMkLst>
        <pc:spChg chg="mod">
          <ac:chgData name="Maxwell Mkondiwa" userId="840b722011609402" providerId="LiveId" clId="{7A1BC428-3083-42B6-9325-56CA5A7BC8E0}" dt="2026-03-21T06:16:36.999" v="4507" actId="20577"/>
          <ac:spMkLst>
            <pc:docMk/>
            <pc:sldMk cId="787621052" sldId="284"/>
            <ac:spMk id="2" creationId="{1464811A-94AB-18B3-72EB-A9F153903BFE}"/>
          </ac:spMkLst>
        </pc:spChg>
        <pc:spChg chg="mod">
          <ac:chgData name="Maxwell Mkondiwa" userId="840b722011609402" providerId="LiveId" clId="{7A1BC428-3083-42B6-9325-56CA5A7BC8E0}" dt="2026-03-21T06:18:29.203" v="4786" actId="20577"/>
          <ac:spMkLst>
            <pc:docMk/>
            <pc:sldMk cId="787621052" sldId="284"/>
            <ac:spMk id="3" creationId="{A1805F97-FE1E-F357-3B09-B215593C295E}"/>
          </ac:spMkLst>
        </pc:spChg>
      </pc:sldChg>
      <pc:sldChg chg="addSp delSp modSp new mod">
        <pc:chgData name="Maxwell Mkondiwa" userId="840b722011609402" providerId="LiveId" clId="{7A1BC428-3083-42B6-9325-56CA5A7BC8E0}" dt="2026-03-21T06:26:34.295" v="5207" actId="27636"/>
        <pc:sldMkLst>
          <pc:docMk/>
          <pc:sldMk cId="825004014" sldId="286"/>
        </pc:sldMkLst>
        <pc:spChg chg="mod">
          <ac:chgData name="Maxwell Mkondiwa" userId="840b722011609402" providerId="LiveId" clId="{7A1BC428-3083-42B6-9325-56CA5A7BC8E0}" dt="2026-03-21T06:19:22.956" v="4825" actId="20577"/>
          <ac:spMkLst>
            <pc:docMk/>
            <pc:sldMk cId="825004014" sldId="286"/>
            <ac:spMk id="2" creationId="{7B12C1D7-727A-F430-7324-EEF321CCD608}"/>
          </ac:spMkLst>
        </pc:spChg>
        <pc:spChg chg="mod">
          <ac:chgData name="Maxwell Mkondiwa" userId="840b722011609402" providerId="LiveId" clId="{7A1BC428-3083-42B6-9325-56CA5A7BC8E0}" dt="2026-03-21T06:26:34.295" v="5207" actId="27636"/>
          <ac:spMkLst>
            <pc:docMk/>
            <pc:sldMk cId="825004014" sldId="286"/>
            <ac:spMk id="4" creationId="{7892AEB5-8FBC-8DE2-1943-8D543294CCB0}"/>
          </ac:spMkLst>
        </pc:spChg>
        <pc:spChg chg="add mod">
          <ac:chgData name="Maxwell Mkondiwa" userId="840b722011609402" providerId="LiveId" clId="{7A1BC428-3083-42B6-9325-56CA5A7BC8E0}" dt="2026-03-21T06:24:18.928" v="4934" actId="1582"/>
          <ac:spMkLst>
            <pc:docMk/>
            <pc:sldMk cId="825004014" sldId="286"/>
            <ac:spMk id="5" creationId="{AF25389D-0E4E-BC25-B521-519CD6628CE9}"/>
          </ac:spMkLst>
        </pc:spChg>
        <pc:spChg chg="add mod">
          <ac:chgData name="Maxwell Mkondiwa" userId="840b722011609402" providerId="LiveId" clId="{7A1BC428-3083-42B6-9325-56CA5A7BC8E0}" dt="2026-03-21T06:24:33.995" v="4936" actId="1582"/>
          <ac:spMkLst>
            <pc:docMk/>
            <pc:sldMk cId="825004014" sldId="286"/>
            <ac:spMk id="6" creationId="{31E04472-1321-4C56-853D-12202047984B}"/>
          </ac:spMkLst>
        </pc:spChg>
        <pc:spChg chg="add mod">
          <ac:chgData name="Maxwell Mkondiwa" userId="840b722011609402" providerId="LiveId" clId="{7A1BC428-3083-42B6-9325-56CA5A7BC8E0}" dt="2026-03-21T06:24:42.078" v="4937" actId="1582"/>
          <ac:spMkLst>
            <pc:docMk/>
            <pc:sldMk cId="825004014" sldId="286"/>
            <ac:spMk id="7" creationId="{0385460C-10E0-7C92-DEF6-109A659A67E0}"/>
          </ac:spMkLst>
        </pc:spChg>
        <pc:spChg chg="add mod">
          <ac:chgData name="Maxwell Mkondiwa" userId="840b722011609402" providerId="LiveId" clId="{7A1BC428-3083-42B6-9325-56CA5A7BC8E0}" dt="2026-03-21T06:22:25.292" v="4907" actId="20577"/>
          <ac:spMkLst>
            <pc:docMk/>
            <pc:sldMk cId="825004014" sldId="286"/>
            <ac:spMk id="12" creationId="{332C6125-7038-68D6-DCB2-1312C21DC535}"/>
          </ac:spMkLst>
        </pc:spChg>
        <pc:spChg chg="add mod">
          <ac:chgData name="Maxwell Mkondiwa" userId="840b722011609402" providerId="LiveId" clId="{7A1BC428-3083-42B6-9325-56CA5A7BC8E0}" dt="2026-03-21T06:23:02.290" v="4914" actId="1076"/>
          <ac:spMkLst>
            <pc:docMk/>
            <pc:sldMk cId="825004014" sldId="286"/>
            <ac:spMk id="13" creationId="{281F78DD-AAC3-B641-9171-20C5D088C138}"/>
          </ac:spMkLst>
        </pc:spChg>
        <pc:spChg chg="add mod">
          <ac:chgData name="Maxwell Mkondiwa" userId="840b722011609402" providerId="LiveId" clId="{7A1BC428-3083-42B6-9325-56CA5A7BC8E0}" dt="2026-03-21T06:23:37.024" v="4921" actId="20577"/>
          <ac:spMkLst>
            <pc:docMk/>
            <pc:sldMk cId="825004014" sldId="286"/>
            <ac:spMk id="17" creationId="{90B66C02-8B2E-F1EC-F5B4-1E8F09CE180B}"/>
          </ac:spMkLst>
        </pc:spChg>
        <pc:spChg chg="add mod">
          <ac:chgData name="Maxwell Mkondiwa" userId="840b722011609402" providerId="LiveId" clId="{7A1BC428-3083-42B6-9325-56CA5A7BC8E0}" dt="2026-03-21T06:23:55.369" v="4932" actId="20577"/>
          <ac:spMkLst>
            <pc:docMk/>
            <pc:sldMk cId="825004014" sldId="286"/>
            <ac:spMk id="18" creationId="{E7F910BD-93CA-BE87-4F0D-59271316865E}"/>
          </ac:spMkLst>
        </pc:spChg>
        <pc:cxnChg chg="add mod">
          <ac:chgData name="Maxwell Mkondiwa" userId="840b722011609402" providerId="LiveId" clId="{7A1BC428-3083-42B6-9325-56CA5A7BC8E0}" dt="2026-03-21T06:24:26.876" v="4935" actId="1582"/>
          <ac:cxnSpMkLst>
            <pc:docMk/>
            <pc:sldMk cId="825004014" sldId="286"/>
            <ac:cxnSpMk id="9" creationId="{342682A8-5D9B-4E7A-D94C-4AE372387C24}"/>
          </ac:cxnSpMkLst>
        </pc:cxnChg>
        <pc:cxnChg chg="add mod">
          <ac:chgData name="Maxwell Mkondiwa" userId="840b722011609402" providerId="LiveId" clId="{7A1BC428-3083-42B6-9325-56CA5A7BC8E0}" dt="2026-03-21T06:24:53.758" v="4938" actId="1582"/>
          <ac:cxnSpMkLst>
            <pc:docMk/>
            <pc:sldMk cId="825004014" sldId="286"/>
            <ac:cxnSpMk id="11" creationId="{D4614BA0-B1D6-9955-1B7C-73674C1DDF25}"/>
          </ac:cxnSpMkLst>
        </pc:cxnChg>
      </pc:sldChg>
      <pc:sldChg chg="modSp new mod">
        <pc:chgData name="Maxwell Mkondiwa" userId="840b722011609402" providerId="LiveId" clId="{7A1BC428-3083-42B6-9325-56CA5A7BC8E0}" dt="2026-03-21T06:31:44.808" v="5812" actId="20577"/>
        <pc:sldMkLst>
          <pc:docMk/>
          <pc:sldMk cId="3352863781" sldId="288"/>
        </pc:sldMkLst>
        <pc:spChg chg="mod">
          <ac:chgData name="Maxwell Mkondiwa" userId="840b722011609402" providerId="LiveId" clId="{7A1BC428-3083-42B6-9325-56CA5A7BC8E0}" dt="2026-03-21T06:27:18.908" v="5234" actId="20577"/>
          <ac:spMkLst>
            <pc:docMk/>
            <pc:sldMk cId="3352863781" sldId="288"/>
            <ac:spMk id="2" creationId="{171EA093-121E-336C-365D-56FAD0E38384}"/>
          </ac:spMkLst>
        </pc:spChg>
        <pc:spChg chg="mod">
          <ac:chgData name="Maxwell Mkondiwa" userId="840b722011609402" providerId="LiveId" clId="{7A1BC428-3083-42B6-9325-56CA5A7BC8E0}" dt="2026-03-21T06:31:44.808" v="5812" actId="20577"/>
          <ac:spMkLst>
            <pc:docMk/>
            <pc:sldMk cId="3352863781" sldId="288"/>
            <ac:spMk id="3" creationId="{251BED86-F3CE-378C-C178-A328576F4E6E}"/>
          </ac:spMkLst>
        </pc:spChg>
      </pc:sldChg>
      <pc:sldChg chg="addSp modSp new del mod">
        <pc:chgData name="Maxwell Mkondiwa" userId="840b722011609402" providerId="LiveId" clId="{7A1BC428-3083-42B6-9325-56CA5A7BC8E0}" dt="2026-03-25T05:17:08.471" v="7046" actId="47"/>
        <pc:sldMkLst>
          <pc:docMk/>
          <pc:sldMk cId="3964483066" sldId="289"/>
        </pc:sldMkLst>
      </pc:sldChg>
      <pc:sldChg chg="new del">
        <pc:chgData name="Maxwell Mkondiwa" userId="840b722011609402" providerId="LiveId" clId="{7A1BC428-3083-42B6-9325-56CA5A7BC8E0}" dt="2026-03-25T05:15:53.100" v="6990" actId="47"/>
        <pc:sldMkLst>
          <pc:docMk/>
          <pc:sldMk cId="154649652" sldId="290"/>
        </pc:sldMkLst>
      </pc:sldChg>
      <pc:sldChg chg="addSp delSp modSp new mod">
        <pc:chgData name="Maxwell Mkondiwa" userId="840b722011609402" providerId="LiveId" clId="{7A1BC428-3083-42B6-9325-56CA5A7BC8E0}" dt="2026-03-25T05:24:37.915" v="7238" actId="113"/>
        <pc:sldMkLst>
          <pc:docMk/>
          <pc:sldMk cId="3412238780" sldId="291"/>
        </pc:sldMkLst>
        <pc:spChg chg="mod">
          <ac:chgData name="Maxwell Mkondiwa" userId="840b722011609402" providerId="LiveId" clId="{7A1BC428-3083-42B6-9325-56CA5A7BC8E0}" dt="2026-03-25T05:24:37.915" v="7238" actId="113"/>
          <ac:spMkLst>
            <pc:docMk/>
            <pc:sldMk cId="3412238780" sldId="291"/>
            <ac:spMk id="2" creationId="{6E8954E0-1847-A354-6E90-D07C74D4FADE}"/>
          </ac:spMkLst>
        </pc:spChg>
        <pc:spChg chg="del">
          <ac:chgData name="Maxwell Mkondiwa" userId="840b722011609402" providerId="LiveId" clId="{7A1BC428-3083-42B6-9325-56CA5A7BC8E0}" dt="2026-03-25T05:21:39.735" v="7233" actId="478"/>
          <ac:spMkLst>
            <pc:docMk/>
            <pc:sldMk cId="3412238780" sldId="291"/>
            <ac:spMk id="3" creationId="{FC37525A-4D03-8F25-3837-7950326A60F2}"/>
          </ac:spMkLst>
        </pc:spChg>
        <pc:picChg chg="add mod">
          <ac:chgData name="Maxwell Mkondiwa" userId="840b722011609402" providerId="LiveId" clId="{7A1BC428-3083-42B6-9325-56CA5A7BC8E0}" dt="2026-03-25T05:21:50.338" v="7237" actId="27614"/>
          <ac:picMkLst>
            <pc:docMk/>
            <pc:sldMk cId="3412238780" sldId="291"/>
            <ac:picMk id="5" creationId="{DA563887-EBB4-F5CB-A3E5-62D32EC9FFE2}"/>
          </ac:picMkLst>
        </pc:picChg>
      </pc:sldChg>
      <pc:sldChg chg="new">
        <pc:chgData name="Maxwell Mkondiwa" userId="840b722011609402" providerId="LiveId" clId="{7A1BC428-3083-42B6-9325-56CA5A7BC8E0}" dt="2026-03-25T05:17:00.362" v="7043" actId="680"/>
        <pc:sldMkLst>
          <pc:docMk/>
          <pc:sldMk cId="2525268726" sldId="292"/>
        </pc:sldMkLst>
      </pc:sldChg>
      <pc:sldChg chg="modSp new mod">
        <pc:chgData name="Maxwell Mkondiwa" userId="840b722011609402" providerId="LiveId" clId="{7A1BC428-3083-42B6-9325-56CA5A7BC8E0}" dt="2026-03-25T05:17:49.700" v="7103" actId="20577"/>
        <pc:sldMkLst>
          <pc:docMk/>
          <pc:sldMk cId="1112917021" sldId="293"/>
        </pc:sldMkLst>
        <pc:spChg chg="mod">
          <ac:chgData name="Maxwell Mkondiwa" userId="840b722011609402" providerId="LiveId" clId="{7A1BC428-3083-42B6-9325-56CA5A7BC8E0}" dt="2026-03-25T05:17:49.700" v="7103" actId="20577"/>
          <ac:spMkLst>
            <pc:docMk/>
            <pc:sldMk cId="1112917021" sldId="293"/>
            <ac:spMk id="2" creationId="{D5CA33A9-319C-54CB-1B6F-AEC4642C98ED}"/>
          </ac:spMkLst>
        </pc:spChg>
      </pc:sldChg>
      <pc:sldChg chg="new del">
        <pc:chgData name="Maxwell Mkondiwa" userId="840b722011609402" providerId="LiveId" clId="{7A1BC428-3083-42B6-9325-56CA5A7BC8E0}" dt="2026-03-25T05:17:07.648" v="7045" actId="47"/>
        <pc:sldMkLst>
          <pc:docMk/>
          <pc:sldMk cId="3969519059" sldId="293"/>
        </pc:sldMkLst>
      </pc:sldChg>
      <pc:sldChg chg="new">
        <pc:chgData name="Maxwell Mkondiwa" userId="840b722011609402" providerId="LiveId" clId="{7A1BC428-3083-42B6-9325-56CA5A7BC8E0}" dt="2026-03-25T05:17:59.314" v="7104" actId="680"/>
        <pc:sldMkLst>
          <pc:docMk/>
          <pc:sldMk cId="3940270312" sldId="294"/>
        </pc:sldMkLst>
      </pc:sldChg>
      <pc:sldChg chg="modSp new mod">
        <pc:chgData name="Maxwell Mkondiwa" userId="840b722011609402" providerId="LiveId" clId="{7A1BC428-3083-42B6-9325-56CA5A7BC8E0}" dt="2026-03-25T05:18:45.863" v="7164" actId="20577"/>
        <pc:sldMkLst>
          <pc:docMk/>
          <pc:sldMk cId="2351697175" sldId="295"/>
        </pc:sldMkLst>
        <pc:spChg chg="mod">
          <ac:chgData name="Maxwell Mkondiwa" userId="840b722011609402" providerId="LiveId" clId="{7A1BC428-3083-42B6-9325-56CA5A7BC8E0}" dt="2026-03-25T05:18:45.863" v="7164" actId="20577"/>
          <ac:spMkLst>
            <pc:docMk/>
            <pc:sldMk cId="2351697175" sldId="295"/>
            <ac:spMk id="2" creationId="{5D2E7B19-9418-BB6C-DC16-BB081FAD1BF2}"/>
          </ac:spMkLst>
        </pc:spChg>
      </pc:sldChg>
      <pc:sldChg chg="modSp new mod">
        <pc:chgData name="Maxwell Mkondiwa" userId="840b722011609402" providerId="LiveId" clId="{7A1BC428-3083-42B6-9325-56CA5A7BC8E0}" dt="2026-03-25T05:20:20.674" v="7224" actId="20577"/>
        <pc:sldMkLst>
          <pc:docMk/>
          <pc:sldMk cId="1625425321" sldId="296"/>
        </pc:sldMkLst>
        <pc:spChg chg="mod">
          <ac:chgData name="Maxwell Mkondiwa" userId="840b722011609402" providerId="LiveId" clId="{7A1BC428-3083-42B6-9325-56CA5A7BC8E0}" dt="2026-03-25T05:20:20.674" v="7224" actId="20577"/>
          <ac:spMkLst>
            <pc:docMk/>
            <pc:sldMk cId="1625425321" sldId="296"/>
            <ac:spMk id="2" creationId="{A9D64343-DAC5-ED6C-B2FD-E20D226B10C6}"/>
          </ac:spMkLst>
        </pc:spChg>
      </pc:sldChg>
      <pc:sldChg chg="modSp new mod">
        <pc:chgData name="Maxwell Mkondiwa" userId="840b722011609402" providerId="LiveId" clId="{7A1BC428-3083-42B6-9325-56CA5A7BC8E0}" dt="2026-03-25T05:20:33.530" v="7232" actId="20577"/>
        <pc:sldMkLst>
          <pc:docMk/>
          <pc:sldMk cId="196821303" sldId="297"/>
        </pc:sldMkLst>
        <pc:spChg chg="mod">
          <ac:chgData name="Maxwell Mkondiwa" userId="840b722011609402" providerId="LiveId" clId="{7A1BC428-3083-42B6-9325-56CA5A7BC8E0}" dt="2026-03-25T05:20:33.530" v="7232" actId="20577"/>
          <ac:spMkLst>
            <pc:docMk/>
            <pc:sldMk cId="196821303" sldId="297"/>
            <ac:spMk id="2" creationId="{AED702C2-5CBD-2828-4C9B-42F1FD076A9E}"/>
          </ac:spMkLst>
        </pc:spChg>
      </pc:sldChg>
      <pc:sldChg chg="addSp delSp modSp new mod">
        <pc:chgData name="Maxwell Mkondiwa" userId="840b722011609402" providerId="LiveId" clId="{7A1BC428-3083-42B6-9325-56CA5A7BC8E0}" dt="2026-03-25T05:31:04.938" v="7429" actId="1076"/>
        <pc:sldMkLst>
          <pc:docMk/>
          <pc:sldMk cId="1193457563" sldId="298"/>
        </pc:sldMkLst>
        <pc:spChg chg="mod">
          <ac:chgData name="Maxwell Mkondiwa" userId="840b722011609402" providerId="LiveId" clId="{7A1BC428-3083-42B6-9325-56CA5A7BC8E0}" dt="2026-03-25T05:25:30.361" v="7304" actId="113"/>
          <ac:spMkLst>
            <pc:docMk/>
            <pc:sldMk cId="1193457563" sldId="298"/>
            <ac:spMk id="2" creationId="{12875CE6-2FC3-88E9-501F-007CDA87D09D}"/>
          </ac:spMkLst>
        </pc:spChg>
        <pc:spChg chg="del">
          <ac:chgData name="Maxwell Mkondiwa" userId="840b722011609402" providerId="LiveId" clId="{7A1BC428-3083-42B6-9325-56CA5A7BC8E0}" dt="2026-03-25T05:27:35.713" v="7331" actId="478"/>
          <ac:spMkLst>
            <pc:docMk/>
            <pc:sldMk cId="1193457563" sldId="298"/>
            <ac:spMk id="3" creationId="{258EC1E7-2A11-8D21-2AB4-03847991E1DE}"/>
          </ac:spMkLst>
        </pc:spChg>
        <pc:spChg chg="add mod">
          <ac:chgData name="Maxwell Mkondiwa" userId="840b722011609402" providerId="LiveId" clId="{7A1BC428-3083-42B6-9325-56CA5A7BC8E0}" dt="2026-03-25T05:30:58.037" v="7426" actId="1076"/>
          <ac:spMkLst>
            <pc:docMk/>
            <pc:sldMk cId="1193457563" sldId="298"/>
            <ac:spMk id="9" creationId="{A9FE12B0-44B0-3987-B446-3D9D317C779C}"/>
          </ac:spMkLst>
        </pc:spChg>
        <pc:picChg chg="add mod">
          <ac:chgData name="Maxwell Mkondiwa" userId="840b722011609402" providerId="LiveId" clId="{7A1BC428-3083-42B6-9325-56CA5A7BC8E0}" dt="2026-03-25T05:31:03.304" v="7428" actId="1076"/>
          <ac:picMkLst>
            <pc:docMk/>
            <pc:sldMk cId="1193457563" sldId="298"/>
            <ac:picMk id="5" creationId="{58A6294A-006E-8A6B-BA95-6DA635031E17}"/>
          </ac:picMkLst>
        </pc:picChg>
        <pc:picChg chg="add mod">
          <ac:chgData name="Maxwell Mkondiwa" userId="840b722011609402" providerId="LiveId" clId="{7A1BC428-3083-42B6-9325-56CA5A7BC8E0}" dt="2026-03-25T05:31:04.938" v="7429" actId="1076"/>
          <ac:picMkLst>
            <pc:docMk/>
            <pc:sldMk cId="1193457563" sldId="298"/>
            <ac:picMk id="6" creationId="{C57C4D2A-F5E7-4938-39F5-C64E95FE918E}"/>
          </ac:picMkLst>
        </pc:picChg>
        <pc:picChg chg="add mod">
          <ac:chgData name="Maxwell Mkondiwa" userId="840b722011609402" providerId="LiveId" clId="{7A1BC428-3083-42B6-9325-56CA5A7BC8E0}" dt="2026-03-25T05:31:00.486" v="7427" actId="1076"/>
          <ac:picMkLst>
            <pc:docMk/>
            <pc:sldMk cId="1193457563" sldId="298"/>
            <ac:picMk id="8" creationId="{B38E472F-8DDB-0FA9-0605-31243FF60855}"/>
          </ac:picMkLst>
        </pc:picChg>
      </pc:sldChg>
      <pc:sldChg chg="addSp delSp modSp new mod">
        <pc:chgData name="Maxwell Mkondiwa" userId="840b722011609402" providerId="LiveId" clId="{7A1BC428-3083-42B6-9325-56CA5A7BC8E0}" dt="2026-03-25T05:39:14.963" v="7581" actId="27614"/>
        <pc:sldMkLst>
          <pc:docMk/>
          <pc:sldMk cId="2592831190" sldId="299"/>
        </pc:sldMkLst>
        <pc:spChg chg="mod">
          <ac:chgData name="Maxwell Mkondiwa" userId="840b722011609402" providerId="LiveId" clId="{7A1BC428-3083-42B6-9325-56CA5A7BC8E0}" dt="2026-03-25T05:25:34.715" v="7305" actId="113"/>
          <ac:spMkLst>
            <pc:docMk/>
            <pc:sldMk cId="2592831190" sldId="299"/>
            <ac:spMk id="2" creationId="{9310E506-F40D-C5F1-D053-D09A057602F2}"/>
          </ac:spMkLst>
        </pc:spChg>
        <pc:spChg chg="del">
          <ac:chgData name="Maxwell Mkondiwa" userId="840b722011609402" providerId="LiveId" clId="{7A1BC428-3083-42B6-9325-56CA5A7BC8E0}" dt="2026-03-25T05:38:37.010" v="7572" actId="478"/>
          <ac:spMkLst>
            <pc:docMk/>
            <pc:sldMk cId="2592831190" sldId="299"/>
            <ac:spMk id="3" creationId="{8DEB8A52-8878-1729-C9B9-52BB343A3331}"/>
          </ac:spMkLst>
        </pc:spChg>
        <pc:picChg chg="add mod">
          <ac:chgData name="Maxwell Mkondiwa" userId="840b722011609402" providerId="LiveId" clId="{7A1BC428-3083-42B6-9325-56CA5A7BC8E0}" dt="2026-03-25T05:38:48.867" v="7577" actId="27614"/>
          <ac:picMkLst>
            <pc:docMk/>
            <pc:sldMk cId="2592831190" sldId="299"/>
            <ac:picMk id="5" creationId="{89ACE8D4-169B-1ED1-8A33-F5100806E7DF}"/>
          </ac:picMkLst>
        </pc:picChg>
        <pc:picChg chg="add mod">
          <ac:chgData name="Maxwell Mkondiwa" userId="840b722011609402" providerId="LiveId" clId="{7A1BC428-3083-42B6-9325-56CA5A7BC8E0}" dt="2026-03-25T05:39:14.963" v="7581" actId="27614"/>
          <ac:picMkLst>
            <pc:docMk/>
            <pc:sldMk cId="2592831190" sldId="299"/>
            <ac:picMk id="7" creationId="{DCEDD57A-DF78-0851-E192-164B521DD98D}"/>
          </ac:picMkLst>
        </pc:picChg>
      </pc:sldChg>
      <pc:sldChg chg="modSp new mod">
        <pc:chgData name="Maxwell Mkondiwa" userId="840b722011609402" providerId="LiveId" clId="{7A1BC428-3083-42B6-9325-56CA5A7BC8E0}" dt="2026-03-25T05:49:12.111" v="7867" actId="20577"/>
        <pc:sldMkLst>
          <pc:docMk/>
          <pc:sldMk cId="4288025962" sldId="300"/>
        </pc:sldMkLst>
        <pc:spChg chg="mod">
          <ac:chgData name="Maxwell Mkondiwa" userId="840b722011609402" providerId="LiveId" clId="{7A1BC428-3083-42B6-9325-56CA5A7BC8E0}" dt="2026-03-25T05:26:02.027" v="7323" actId="113"/>
          <ac:spMkLst>
            <pc:docMk/>
            <pc:sldMk cId="4288025962" sldId="300"/>
            <ac:spMk id="2" creationId="{F027F748-3516-5D4D-75BA-AACBBEFF977E}"/>
          </ac:spMkLst>
        </pc:spChg>
        <pc:spChg chg="mod">
          <ac:chgData name="Maxwell Mkondiwa" userId="840b722011609402" providerId="LiveId" clId="{7A1BC428-3083-42B6-9325-56CA5A7BC8E0}" dt="2026-03-25T05:49:12.111" v="7867" actId="20577"/>
          <ac:spMkLst>
            <pc:docMk/>
            <pc:sldMk cId="4288025962" sldId="300"/>
            <ac:spMk id="3" creationId="{07002E2B-A90A-731A-92DE-C849FFF56D0C}"/>
          </ac:spMkLst>
        </pc:spChg>
      </pc:sldChg>
      <pc:sldChg chg="modSp new mod">
        <pc:chgData name="Maxwell Mkondiwa" userId="840b722011609402" providerId="LiveId" clId="{7A1BC428-3083-42B6-9325-56CA5A7BC8E0}" dt="2026-03-25T05:33:12.938" v="7465" actId="115"/>
        <pc:sldMkLst>
          <pc:docMk/>
          <pc:sldMk cId="528806094" sldId="301"/>
        </pc:sldMkLst>
        <pc:spChg chg="mod">
          <ac:chgData name="Maxwell Mkondiwa" userId="840b722011609402" providerId="LiveId" clId="{7A1BC428-3083-42B6-9325-56CA5A7BC8E0}" dt="2026-03-25T05:33:12.938" v="7465" actId="115"/>
          <ac:spMkLst>
            <pc:docMk/>
            <pc:sldMk cId="528806094" sldId="301"/>
            <ac:spMk id="2" creationId="{5F722C88-DB60-758B-ADA6-72F0D62E353A}"/>
          </ac:spMkLst>
        </pc:spChg>
      </pc:sldChg>
      <pc:sldChg chg="modSp new mod">
        <pc:chgData name="Maxwell Mkondiwa" userId="840b722011609402" providerId="LiveId" clId="{7A1BC428-3083-42B6-9325-56CA5A7BC8E0}" dt="2026-03-25T05:33:58.975" v="7505" actId="20577"/>
        <pc:sldMkLst>
          <pc:docMk/>
          <pc:sldMk cId="2293743060" sldId="302"/>
        </pc:sldMkLst>
        <pc:spChg chg="mod">
          <ac:chgData name="Maxwell Mkondiwa" userId="840b722011609402" providerId="LiveId" clId="{7A1BC428-3083-42B6-9325-56CA5A7BC8E0}" dt="2026-03-25T05:33:58.975" v="7505" actId="20577"/>
          <ac:spMkLst>
            <pc:docMk/>
            <pc:sldMk cId="2293743060" sldId="302"/>
            <ac:spMk id="2" creationId="{F6F06669-0C57-77D6-84AE-88235A5C0E20}"/>
          </ac:spMkLst>
        </pc:spChg>
      </pc:sldChg>
      <pc:sldChg chg="modSp new mod">
        <pc:chgData name="Maxwell Mkondiwa" userId="840b722011609402" providerId="LiveId" clId="{7A1BC428-3083-42B6-9325-56CA5A7BC8E0}" dt="2026-03-25T05:34:22.291" v="7536" actId="20577"/>
        <pc:sldMkLst>
          <pc:docMk/>
          <pc:sldMk cId="3067625388" sldId="303"/>
        </pc:sldMkLst>
        <pc:spChg chg="mod">
          <ac:chgData name="Maxwell Mkondiwa" userId="840b722011609402" providerId="LiveId" clId="{7A1BC428-3083-42B6-9325-56CA5A7BC8E0}" dt="2026-03-25T05:34:22.291" v="7536" actId="20577"/>
          <ac:spMkLst>
            <pc:docMk/>
            <pc:sldMk cId="3067625388" sldId="303"/>
            <ac:spMk id="2" creationId="{2A573DE4-9555-2E73-434B-AB04BD2D1A08}"/>
          </ac:spMkLst>
        </pc:spChg>
      </pc:sldChg>
      <pc:sldChg chg="modSp new mod">
        <pc:chgData name="Maxwell Mkondiwa" userId="840b722011609402" providerId="LiveId" clId="{7A1BC428-3083-42B6-9325-56CA5A7BC8E0}" dt="2026-03-25T05:46:31.871" v="7607" actId="20577"/>
        <pc:sldMkLst>
          <pc:docMk/>
          <pc:sldMk cId="2029782015" sldId="304"/>
        </pc:sldMkLst>
        <pc:spChg chg="mod">
          <ac:chgData name="Maxwell Mkondiwa" userId="840b722011609402" providerId="LiveId" clId="{7A1BC428-3083-42B6-9325-56CA5A7BC8E0}" dt="2026-03-25T05:46:31.871" v="7607" actId="20577"/>
          <ac:spMkLst>
            <pc:docMk/>
            <pc:sldMk cId="2029782015" sldId="304"/>
            <ac:spMk id="2" creationId="{1E9C3A09-644E-4A85-D572-B0FCC3798B67}"/>
          </ac:spMkLst>
        </pc:spChg>
      </pc:sldChg>
      <pc:sldChg chg="modSp new mod">
        <pc:chgData name="Maxwell Mkondiwa" userId="840b722011609402" providerId="LiveId" clId="{7A1BC428-3083-42B6-9325-56CA5A7BC8E0}" dt="2026-03-25T05:50:05.668" v="7926" actId="20577"/>
        <pc:sldMkLst>
          <pc:docMk/>
          <pc:sldMk cId="99867890" sldId="305"/>
        </pc:sldMkLst>
        <pc:spChg chg="mod">
          <ac:chgData name="Maxwell Mkondiwa" userId="840b722011609402" providerId="LiveId" clId="{7A1BC428-3083-42B6-9325-56CA5A7BC8E0}" dt="2026-03-25T05:50:05.668" v="7926" actId="20577"/>
          <ac:spMkLst>
            <pc:docMk/>
            <pc:sldMk cId="99867890" sldId="305"/>
            <ac:spMk id="2" creationId="{66B0437B-D7B2-AFDE-AA0D-7EE9B3538A8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1A965-EBD8-21BE-BC1D-89D443B641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C8FE02-AE9D-DF81-71F9-A015DBA51D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50C5A0-7491-B5E7-A4EF-ECF02DC94C25}"/>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5" name="Footer Placeholder 4">
            <a:extLst>
              <a:ext uri="{FF2B5EF4-FFF2-40B4-BE49-F238E27FC236}">
                <a16:creationId xmlns:a16="http://schemas.microsoft.com/office/drawing/2014/main" id="{39F93344-B7BA-367B-363D-6B342903DE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2781CD-FE4D-B680-0DDF-674069705F91}"/>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1133768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565C-2EF3-BB97-D74A-1F2D85CE6B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09EDF3-F325-90CB-951E-96842B24CE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E35C0C-9FFE-6552-4002-BBBEEC51CDC0}"/>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5" name="Footer Placeholder 4">
            <a:extLst>
              <a:ext uri="{FF2B5EF4-FFF2-40B4-BE49-F238E27FC236}">
                <a16:creationId xmlns:a16="http://schemas.microsoft.com/office/drawing/2014/main" id="{F8CCBAEA-6481-6BA4-B8A0-E42C7A7DF7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A663AA-D450-D77E-B29D-3EECD6DE5AFB}"/>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1695714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55479-4C71-7919-7453-D46EB77AFB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F42D42A-9214-A537-D66C-E5C3DBEE9D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01A425-5547-42A3-DB6C-0A1EA49DC510}"/>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5" name="Footer Placeholder 4">
            <a:extLst>
              <a:ext uri="{FF2B5EF4-FFF2-40B4-BE49-F238E27FC236}">
                <a16:creationId xmlns:a16="http://schemas.microsoft.com/office/drawing/2014/main" id="{6FD560E3-A42C-AC28-92D8-7AFBCD0D9E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D226C7-9B4B-EB46-5234-E87959ADD268}"/>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1127988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C922A-3CAE-9917-F301-63ACF7CA8D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8B9C1B-FCF5-C977-F9C3-EBEA22FCE6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3FF96F-523E-AC12-A654-2F9948B129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8BA0D8-1C09-438D-82FB-E2C81607B591}"/>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6" name="Footer Placeholder 5">
            <a:extLst>
              <a:ext uri="{FF2B5EF4-FFF2-40B4-BE49-F238E27FC236}">
                <a16:creationId xmlns:a16="http://schemas.microsoft.com/office/drawing/2014/main" id="{FF22B095-9220-E293-7DA4-77DB0DFE94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F3002C-3EFE-B49C-B793-1EB835BD8B9B}"/>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92557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60D40-C71E-97D8-E58C-BA248AF991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0C212F-3CDC-7C92-461E-824F192B78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A6EBD-1907-C36A-F682-8629E21303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7B8795A-F61E-70D3-79FF-1C3DE4CE08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691D2E-4B1D-28C8-2AAC-2F6206B288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404D933-87E5-F4C6-1341-2AC6C798A3E2}"/>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8" name="Footer Placeholder 7">
            <a:extLst>
              <a:ext uri="{FF2B5EF4-FFF2-40B4-BE49-F238E27FC236}">
                <a16:creationId xmlns:a16="http://schemas.microsoft.com/office/drawing/2014/main" id="{4164BBFA-CC81-0B21-57E6-5C3E8F098D7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9AD242-0D42-DC96-B0CF-87C67D255ADC}"/>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2887286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A0D2-C7F2-ECE4-2010-E9F0CD05BE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87AE87-4930-3CB8-A22C-FC8A4F49C090}"/>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4" name="Footer Placeholder 3">
            <a:extLst>
              <a:ext uri="{FF2B5EF4-FFF2-40B4-BE49-F238E27FC236}">
                <a16:creationId xmlns:a16="http://schemas.microsoft.com/office/drawing/2014/main" id="{BD0B2C4C-C2D7-5448-38D4-5D6031FF52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E59C8F-2BCE-0372-E61B-CAF46EF7E9CA}"/>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327070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4F75F4-8D53-1D0C-7937-EC642135A786}"/>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3" name="Footer Placeholder 2">
            <a:extLst>
              <a:ext uri="{FF2B5EF4-FFF2-40B4-BE49-F238E27FC236}">
                <a16:creationId xmlns:a16="http://schemas.microsoft.com/office/drawing/2014/main" id="{C9027595-E983-8454-1C74-D4AADE2335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FDCA34-F436-B2D3-2AE0-A67C7E36957C}"/>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3400945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58E8B-44C7-056E-6C8E-730A48A408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4EBF83-2701-A06C-860D-C3C24A4079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F2E6FD-09FF-9393-38EA-478B402E2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9B1B30-84EC-58C6-D8B3-158FB5DCE272}"/>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6" name="Footer Placeholder 5">
            <a:extLst>
              <a:ext uri="{FF2B5EF4-FFF2-40B4-BE49-F238E27FC236}">
                <a16:creationId xmlns:a16="http://schemas.microsoft.com/office/drawing/2014/main" id="{7D5532DC-A21E-A1F6-E0AF-0CBFEB6F77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1E9BC3-3DDE-7D7B-7F03-D4E02F0B8E06}"/>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2918239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CCB38-6236-5408-97DD-18A98F4E19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416611-7A40-1BA2-8AFE-6DBAF8F42E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002EC7-03E5-03E8-2FD3-931DF32D70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5D6D87-7343-BDE1-55B0-0F4F389791C1}"/>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6" name="Footer Placeholder 5">
            <a:extLst>
              <a:ext uri="{FF2B5EF4-FFF2-40B4-BE49-F238E27FC236}">
                <a16:creationId xmlns:a16="http://schemas.microsoft.com/office/drawing/2014/main" id="{5F27C37D-6331-BBCB-28DA-5D7C25F720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3658B0-99B3-4C45-055F-73150C3944C0}"/>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3810318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047C5-AFEA-4B88-D8DB-A43FA11D67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3F5FA1-7A49-3322-CC0A-335E5A665A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E62F87-4210-17A3-723E-ED9130C139F3}"/>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5" name="Footer Placeholder 4">
            <a:extLst>
              <a:ext uri="{FF2B5EF4-FFF2-40B4-BE49-F238E27FC236}">
                <a16:creationId xmlns:a16="http://schemas.microsoft.com/office/drawing/2014/main" id="{0925454B-63CE-06D0-A518-600BEF8DED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9A6EAE-D489-486A-6337-0AC0C578E11A}"/>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1265878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5C8FA4-2807-295A-C1CB-0E11EDEB1F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88CBFA-1423-B706-81D4-1FD86B218A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4DD8B2-FE00-3EC8-FF8F-C557FB2E0D4C}"/>
              </a:ext>
            </a:extLst>
          </p:cNvPr>
          <p:cNvSpPr>
            <a:spLocks noGrp="1"/>
          </p:cNvSpPr>
          <p:nvPr>
            <p:ph type="dt" sz="half" idx="10"/>
          </p:nvPr>
        </p:nvSpPr>
        <p:spPr/>
        <p:txBody>
          <a:bodyPr/>
          <a:lstStyle/>
          <a:p>
            <a:fld id="{81B9BE13-DA18-4A2B-9F96-33796062ED03}" type="datetimeFigureOut">
              <a:rPr lang="en-IN" smtClean="0"/>
              <a:t>25-03-2026</a:t>
            </a:fld>
            <a:endParaRPr lang="en-IN"/>
          </a:p>
        </p:txBody>
      </p:sp>
      <p:sp>
        <p:nvSpPr>
          <p:cNvPr id="5" name="Footer Placeholder 4">
            <a:extLst>
              <a:ext uri="{FF2B5EF4-FFF2-40B4-BE49-F238E27FC236}">
                <a16:creationId xmlns:a16="http://schemas.microsoft.com/office/drawing/2014/main" id="{4247A77F-22CF-D3F6-E1FA-94CA83B460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8C85BD-1DF0-906A-4858-BEC7167E8263}"/>
              </a:ext>
            </a:extLst>
          </p:cNvPr>
          <p:cNvSpPr>
            <a:spLocks noGrp="1"/>
          </p:cNvSpPr>
          <p:nvPr>
            <p:ph type="sldNum" sz="quarter" idx="12"/>
          </p:nvPr>
        </p:nvSpPr>
        <p:spPr/>
        <p:txBody>
          <a:bodyPr/>
          <a:lstStyle/>
          <a:p>
            <a:fld id="{DEF35725-F80C-4C9A-8D84-A32A89993FCD}" type="slidenum">
              <a:rPr lang="en-IN" smtClean="0"/>
              <a:t>‹#›</a:t>
            </a:fld>
            <a:endParaRPr lang="en-IN"/>
          </a:p>
        </p:txBody>
      </p:sp>
    </p:spTree>
    <p:extLst>
      <p:ext uri="{BB962C8B-B14F-4D97-AF65-F5344CB8AC3E}">
        <p14:creationId xmlns:p14="http://schemas.microsoft.com/office/powerpoint/2010/main" val="2657431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7BAEEF-8DC5-CA34-2582-DB6B877A9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7622B0-0F52-63A6-64AC-454C186D76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99FB19-7B6D-C188-207E-8AC338ECD0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B9BE13-DA18-4A2B-9F96-33796062ED03}" type="datetimeFigureOut">
              <a:rPr lang="en-IN" smtClean="0"/>
              <a:t>25-03-2026</a:t>
            </a:fld>
            <a:endParaRPr lang="en-IN"/>
          </a:p>
        </p:txBody>
      </p:sp>
      <p:sp>
        <p:nvSpPr>
          <p:cNvPr id="5" name="Footer Placeholder 4">
            <a:extLst>
              <a:ext uri="{FF2B5EF4-FFF2-40B4-BE49-F238E27FC236}">
                <a16:creationId xmlns:a16="http://schemas.microsoft.com/office/drawing/2014/main" id="{15DD9F8D-B4C3-7B19-4ACE-122B141B4E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149920D-CF09-AE23-016D-6AFC2041F8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F35725-F80C-4C9A-8D84-A32A89993FCD}" type="slidenum">
              <a:rPr lang="en-IN" smtClean="0"/>
              <a:t>‹#›</a:t>
            </a:fld>
            <a:endParaRPr lang="en-IN"/>
          </a:p>
        </p:txBody>
      </p:sp>
    </p:spTree>
    <p:extLst>
      <p:ext uri="{BB962C8B-B14F-4D97-AF65-F5344CB8AC3E}">
        <p14:creationId xmlns:p14="http://schemas.microsoft.com/office/powerpoint/2010/main" val="35629226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2F975-8E9F-B57D-523D-155DBA5C1358}"/>
              </a:ext>
            </a:extLst>
          </p:cNvPr>
          <p:cNvSpPr>
            <a:spLocks noGrp="1"/>
          </p:cNvSpPr>
          <p:nvPr>
            <p:ph type="ctrTitle"/>
          </p:nvPr>
        </p:nvSpPr>
        <p:spPr/>
        <p:txBody>
          <a:bodyPr/>
          <a:lstStyle/>
          <a:p>
            <a:r>
              <a:rPr lang="en-US" dirty="0"/>
              <a:t>Causal Inference using Machine Learning</a:t>
            </a:r>
            <a:endParaRPr lang="en-IN" dirty="0"/>
          </a:p>
        </p:txBody>
      </p:sp>
      <p:sp>
        <p:nvSpPr>
          <p:cNvPr id="3" name="Subtitle 2">
            <a:extLst>
              <a:ext uri="{FF2B5EF4-FFF2-40B4-BE49-F238E27FC236}">
                <a16:creationId xmlns:a16="http://schemas.microsoft.com/office/drawing/2014/main" id="{0DEB71F8-4B06-A4A0-3DEC-F37184EA3F54}"/>
              </a:ext>
            </a:extLst>
          </p:cNvPr>
          <p:cNvSpPr>
            <a:spLocks noGrp="1"/>
          </p:cNvSpPr>
          <p:nvPr>
            <p:ph type="subTitle" idx="1"/>
          </p:nvPr>
        </p:nvSpPr>
        <p:spPr/>
        <p:txBody>
          <a:bodyPr/>
          <a:lstStyle/>
          <a:p>
            <a:r>
              <a:rPr lang="en-US" dirty="0"/>
              <a:t>Detailed Slides and Notes</a:t>
            </a:r>
            <a:endParaRPr lang="en-IN" dirty="0"/>
          </a:p>
        </p:txBody>
      </p:sp>
    </p:spTree>
    <p:extLst>
      <p:ext uri="{BB962C8B-B14F-4D97-AF65-F5344CB8AC3E}">
        <p14:creationId xmlns:p14="http://schemas.microsoft.com/office/powerpoint/2010/main" val="2968912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06B8-7F6E-B5F1-ABB5-67A9AF2EADF9}"/>
              </a:ext>
            </a:extLst>
          </p:cNvPr>
          <p:cNvSpPr>
            <a:spLocks noGrp="1"/>
          </p:cNvSpPr>
          <p:nvPr>
            <p:ph type="title"/>
          </p:nvPr>
        </p:nvSpPr>
        <p:spPr/>
        <p:txBody>
          <a:bodyPr/>
          <a:lstStyle/>
          <a:p>
            <a:r>
              <a:rPr lang="en-US" dirty="0"/>
              <a:t>Outline</a:t>
            </a:r>
            <a:endParaRPr lang="en-IN" dirty="0"/>
          </a:p>
        </p:txBody>
      </p:sp>
      <p:sp>
        <p:nvSpPr>
          <p:cNvPr id="3" name="Content Placeholder 2">
            <a:extLst>
              <a:ext uri="{FF2B5EF4-FFF2-40B4-BE49-F238E27FC236}">
                <a16:creationId xmlns:a16="http://schemas.microsoft.com/office/drawing/2014/main" id="{A2AA00F6-D445-9D20-E181-F2A2658C3ACD}"/>
              </a:ext>
            </a:extLst>
          </p:cNvPr>
          <p:cNvSpPr>
            <a:spLocks noGrp="1"/>
          </p:cNvSpPr>
          <p:nvPr>
            <p:ph idx="1"/>
          </p:nvPr>
        </p:nvSpPr>
        <p:spPr/>
        <p:txBody>
          <a:bodyPr>
            <a:normAutofit fontScale="92500" lnSpcReduction="20000"/>
          </a:bodyPr>
          <a:lstStyle/>
          <a:p>
            <a:r>
              <a:rPr lang="en-US" dirty="0"/>
              <a:t>Craft of causal econometrics: Recap</a:t>
            </a:r>
          </a:p>
          <a:p>
            <a:endParaRPr lang="en-US" dirty="0"/>
          </a:p>
          <a:p>
            <a:r>
              <a:rPr lang="en-US" dirty="0"/>
              <a:t>Craft of machine learning: Overview</a:t>
            </a:r>
          </a:p>
          <a:p>
            <a:endParaRPr lang="en-US" dirty="0"/>
          </a:p>
          <a:p>
            <a:r>
              <a:rPr lang="en-IN" dirty="0"/>
              <a:t>Causal ML algorithms: Primer</a:t>
            </a:r>
          </a:p>
          <a:p>
            <a:endParaRPr lang="en-IN" dirty="0"/>
          </a:p>
          <a:p>
            <a:r>
              <a:rPr lang="en-IN" dirty="0"/>
              <a:t>Heterogeneous treatment effect and causal random forests</a:t>
            </a:r>
          </a:p>
          <a:p>
            <a:endParaRPr lang="en-IN" dirty="0"/>
          </a:p>
          <a:p>
            <a:r>
              <a:rPr lang="en-IN" dirty="0"/>
              <a:t>Policy learning </a:t>
            </a:r>
          </a:p>
          <a:p>
            <a:r>
              <a:rPr lang="en-IN" dirty="0"/>
              <a:t>Hybrid applications</a:t>
            </a:r>
          </a:p>
          <a:p>
            <a:pPr marL="0" indent="0">
              <a:buNone/>
            </a:pPr>
            <a:endParaRPr lang="en-US" dirty="0"/>
          </a:p>
        </p:txBody>
      </p:sp>
    </p:spTree>
    <p:extLst>
      <p:ext uri="{BB962C8B-B14F-4D97-AF65-F5344CB8AC3E}">
        <p14:creationId xmlns:p14="http://schemas.microsoft.com/office/powerpoint/2010/main" val="2432271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9393B-9056-B5EB-CEEF-C9C0E7C9DDAF}"/>
              </a:ext>
            </a:extLst>
          </p:cNvPr>
          <p:cNvSpPr>
            <a:spLocks noGrp="1"/>
          </p:cNvSpPr>
          <p:nvPr>
            <p:ph type="title"/>
          </p:nvPr>
        </p:nvSpPr>
        <p:spPr/>
        <p:txBody>
          <a:bodyPr/>
          <a:lstStyle/>
          <a:p>
            <a:r>
              <a:rPr lang="en-US" dirty="0"/>
              <a:t>Lecture 1: Craft of Causal Econometrics</a:t>
            </a:r>
            <a:endParaRPr lang="en-IN" dirty="0"/>
          </a:p>
        </p:txBody>
      </p:sp>
      <p:sp>
        <p:nvSpPr>
          <p:cNvPr id="3" name="Text Placeholder 2">
            <a:extLst>
              <a:ext uri="{FF2B5EF4-FFF2-40B4-BE49-F238E27FC236}">
                <a16:creationId xmlns:a16="http://schemas.microsoft.com/office/drawing/2014/main" id="{6BB623D3-4F0F-0ABC-F6D9-A9EE0C9740BB}"/>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922066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46E21-EEC9-001A-07C2-993EA02CEC7D}"/>
              </a:ext>
            </a:extLst>
          </p:cNvPr>
          <p:cNvSpPr>
            <a:spLocks noGrp="1"/>
          </p:cNvSpPr>
          <p:nvPr>
            <p:ph type="title"/>
          </p:nvPr>
        </p:nvSpPr>
        <p:spPr/>
        <p:txBody>
          <a:bodyPr/>
          <a:lstStyle/>
          <a:p>
            <a:r>
              <a:rPr lang="en-US" dirty="0"/>
              <a:t>Rules of thumb</a:t>
            </a:r>
            <a:endParaRPr lang="en-IN" dirty="0"/>
          </a:p>
        </p:txBody>
      </p:sp>
      <p:sp>
        <p:nvSpPr>
          <p:cNvPr id="3" name="Content Placeholder 2">
            <a:extLst>
              <a:ext uri="{FF2B5EF4-FFF2-40B4-BE49-F238E27FC236}">
                <a16:creationId xmlns:a16="http://schemas.microsoft.com/office/drawing/2014/main" id="{98BBE0C6-65EF-9FD2-9E4E-15E15528FB3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87324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E7B19-9418-BB6C-DC16-BB081FAD1BF2}"/>
              </a:ext>
            </a:extLst>
          </p:cNvPr>
          <p:cNvSpPr>
            <a:spLocks noGrp="1"/>
          </p:cNvSpPr>
          <p:nvPr>
            <p:ph type="title"/>
          </p:nvPr>
        </p:nvSpPr>
        <p:spPr/>
        <p:txBody>
          <a:bodyPr/>
          <a:lstStyle/>
          <a:p>
            <a:r>
              <a:rPr lang="en-US" dirty="0"/>
              <a:t>Instrumental Variables Rules of Thumb</a:t>
            </a:r>
            <a:endParaRPr lang="en-IN" dirty="0"/>
          </a:p>
        </p:txBody>
      </p:sp>
      <p:sp>
        <p:nvSpPr>
          <p:cNvPr id="3" name="Content Placeholder 2">
            <a:extLst>
              <a:ext uri="{FF2B5EF4-FFF2-40B4-BE49-F238E27FC236}">
                <a16:creationId xmlns:a16="http://schemas.microsoft.com/office/drawing/2014/main" id="{640F2437-45F4-2EC0-0873-A93A54B6BE9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351697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64343-DAC5-ED6C-B2FD-E20D226B10C6}"/>
              </a:ext>
            </a:extLst>
          </p:cNvPr>
          <p:cNvSpPr>
            <a:spLocks noGrp="1"/>
          </p:cNvSpPr>
          <p:nvPr>
            <p:ph type="title"/>
          </p:nvPr>
        </p:nvSpPr>
        <p:spPr/>
        <p:txBody>
          <a:bodyPr/>
          <a:lstStyle/>
          <a:p>
            <a:r>
              <a:rPr lang="en-US" dirty="0"/>
              <a:t>Panel data</a:t>
            </a:r>
            <a:endParaRPr lang="en-IN" dirty="0"/>
          </a:p>
        </p:txBody>
      </p:sp>
      <p:sp>
        <p:nvSpPr>
          <p:cNvPr id="3" name="Content Placeholder 2">
            <a:extLst>
              <a:ext uri="{FF2B5EF4-FFF2-40B4-BE49-F238E27FC236}">
                <a16:creationId xmlns:a16="http://schemas.microsoft.com/office/drawing/2014/main" id="{E37B5796-E4E8-8F53-7C6E-A78EAE2AAD8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625425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702C2-5CBD-2828-4C9B-42F1FD076A9E}"/>
              </a:ext>
            </a:extLst>
          </p:cNvPr>
          <p:cNvSpPr>
            <a:spLocks noGrp="1"/>
          </p:cNvSpPr>
          <p:nvPr>
            <p:ph type="title"/>
          </p:nvPr>
        </p:nvSpPr>
        <p:spPr/>
        <p:txBody>
          <a:bodyPr/>
          <a:lstStyle/>
          <a:p>
            <a:r>
              <a:rPr lang="en-US" dirty="0"/>
              <a:t>Differences in differences rules of thumb</a:t>
            </a:r>
            <a:endParaRPr lang="en-IN" dirty="0"/>
          </a:p>
        </p:txBody>
      </p:sp>
      <p:sp>
        <p:nvSpPr>
          <p:cNvPr id="3" name="Content Placeholder 2">
            <a:extLst>
              <a:ext uri="{FF2B5EF4-FFF2-40B4-BE49-F238E27FC236}">
                <a16:creationId xmlns:a16="http://schemas.microsoft.com/office/drawing/2014/main" id="{D9212A08-D893-7CAC-8A88-B6D2FBE3CA7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6821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78116-7821-B954-756B-4F5FCB570DBF}"/>
              </a:ext>
            </a:extLst>
          </p:cNvPr>
          <p:cNvSpPr>
            <a:spLocks noGrp="1"/>
          </p:cNvSpPr>
          <p:nvPr>
            <p:ph type="title"/>
          </p:nvPr>
        </p:nvSpPr>
        <p:spPr>
          <a:xfrm>
            <a:off x="78770" y="1594154"/>
            <a:ext cx="12113230" cy="1834846"/>
          </a:xfrm>
        </p:spPr>
        <p:txBody>
          <a:bodyPr>
            <a:normAutofit fontScale="90000"/>
          </a:bodyPr>
          <a:lstStyle/>
          <a:p>
            <a:r>
              <a:rPr lang="en-US" b="1" dirty="0"/>
              <a:t>Lecture 2: </a:t>
            </a:r>
            <a:r>
              <a:rPr lang="en-US" dirty="0"/>
              <a:t>Machine learning algorithms commonly used by economists</a:t>
            </a:r>
            <a:endParaRPr lang="en-IN" dirty="0"/>
          </a:p>
        </p:txBody>
      </p:sp>
      <p:sp>
        <p:nvSpPr>
          <p:cNvPr id="3" name="Text Placeholder 2">
            <a:extLst>
              <a:ext uri="{FF2B5EF4-FFF2-40B4-BE49-F238E27FC236}">
                <a16:creationId xmlns:a16="http://schemas.microsoft.com/office/drawing/2014/main" id="{5984C87F-AFEC-C336-4BD4-66736482300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444160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954E0-1847-A354-6E90-D07C74D4FADE}"/>
              </a:ext>
            </a:extLst>
          </p:cNvPr>
          <p:cNvSpPr>
            <a:spLocks noGrp="1"/>
          </p:cNvSpPr>
          <p:nvPr>
            <p:ph type="title"/>
          </p:nvPr>
        </p:nvSpPr>
        <p:spPr/>
        <p:txBody>
          <a:bodyPr/>
          <a:lstStyle/>
          <a:p>
            <a:r>
              <a:rPr lang="en-US" b="1" dirty="0"/>
              <a:t>Support Vector Machines (SVM)</a:t>
            </a:r>
            <a:endParaRPr lang="en-IN" b="1" dirty="0"/>
          </a:p>
        </p:txBody>
      </p:sp>
      <p:pic>
        <p:nvPicPr>
          <p:cNvPr id="5" name="Picture 4" descr="The image depicts a scatter plot with support vectors highlighted, illustrating their role in determining a classification rule.&#10;&#10;AI-generated content may be incorrect.">
            <a:extLst>
              <a:ext uri="{FF2B5EF4-FFF2-40B4-BE49-F238E27FC236}">
                <a16:creationId xmlns:a16="http://schemas.microsoft.com/office/drawing/2014/main" id="{DA563887-EBB4-F5CB-A3E5-62D32EC9FFE2}"/>
              </a:ext>
            </a:extLst>
          </p:cNvPr>
          <p:cNvPicPr>
            <a:picLocks noChangeAspect="1"/>
          </p:cNvPicPr>
          <p:nvPr/>
        </p:nvPicPr>
        <p:blipFill>
          <a:blip r:embed="rId2"/>
          <a:stretch>
            <a:fillRect/>
          </a:stretch>
        </p:blipFill>
        <p:spPr>
          <a:xfrm>
            <a:off x="1888836" y="1867386"/>
            <a:ext cx="8414327" cy="4317655"/>
          </a:xfrm>
          <a:prstGeom prst="rect">
            <a:avLst/>
          </a:prstGeom>
        </p:spPr>
      </p:pic>
    </p:spTree>
    <p:extLst>
      <p:ext uri="{BB962C8B-B14F-4D97-AF65-F5344CB8AC3E}">
        <p14:creationId xmlns:p14="http://schemas.microsoft.com/office/powerpoint/2010/main" val="3412238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75CE6-2FC3-88E9-501F-007CDA87D09D}"/>
              </a:ext>
            </a:extLst>
          </p:cNvPr>
          <p:cNvSpPr>
            <a:spLocks noGrp="1"/>
          </p:cNvSpPr>
          <p:nvPr>
            <p:ph type="title"/>
          </p:nvPr>
        </p:nvSpPr>
        <p:spPr/>
        <p:txBody>
          <a:bodyPr/>
          <a:lstStyle/>
          <a:p>
            <a:r>
              <a:rPr lang="en-US" b="1" dirty="0"/>
              <a:t>Regression and classification trees </a:t>
            </a:r>
            <a:endParaRPr lang="en-IN" b="1" dirty="0"/>
          </a:p>
        </p:txBody>
      </p:sp>
      <p:pic>
        <p:nvPicPr>
          <p:cNvPr id="5" name="Picture 4" descr="The image depicts a decision tree with various decision points and outcomes, such as inequalities for x1 and x2, and numerical results.&#10;&#10;AI-generated content may be incorrect.">
            <a:extLst>
              <a:ext uri="{FF2B5EF4-FFF2-40B4-BE49-F238E27FC236}">
                <a16:creationId xmlns:a16="http://schemas.microsoft.com/office/drawing/2014/main" id="{58A6294A-006E-8A6B-BA95-6DA635031E17}"/>
              </a:ext>
            </a:extLst>
          </p:cNvPr>
          <p:cNvPicPr>
            <a:picLocks noChangeAspect="1"/>
          </p:cNvPicPr>
          <p:nvPr/>
        </p:nvPicPr>
        <p:blipFill>
          <a:blip r:embed="rId2"/>
          <a:stretch>
            <a:fillRect/>
          </a:stretch>
        </p:blipFill>
        <p:spPr>
          <a:xfrm>
            <a:off x="3737916" y="2549525"/>
            <a:ext cx="4226819" cy="3193596"/>
          </a:xfrm>
          <a:prstGeom prst="rect">
            <a:avLst/>
          </a:prstGeom>
        </p:spPr>
      </p:pic>
      <p:pic>
        <p:nvPicPr>
          <p:cNvPr id="6" name="Picture 5">
            <a:extLst>
              <a:ext uri="{FF2B5EF4-FFF2-40B4-BE49-F238E27FC236}">
                <a16:creationId xmlns:a16="http://schemas.microsoft.com/office/drawing/2014/main" id="{C57C4D2A-F5E7-4938-39F5-C64E95FE918E}"/>
              </a:ext>
            </a:extLst>
          </p:cNvPr>
          <p:cNvPicPr>
            <a:picLocks noChangeAspect="1"/>
          </p:cNvPicPr>
          <p:nvPr/>
        </p:nvPicPr>
        <p:blipFill>
          <a:blip r:embed="rId3"/>
          <a:stretch>
            <a:fillRect/>
          </a:stretch>
        </p:blipFill>
        <p:spPr>
          <a:xfrm>
            <a:off x="7937857" y="2174648"/>
            <a:ext cx="4171950" cy="3943350"/>
          </a:xfrm>
          <a:prstGeom prst="rect">
            <a:avLst/>
          </a:prstGeom>
        </p:spPr>
      </p:pic>
      <p:pic>
        <p:nvPicPr>
          <p:cNvPr id="8" name="Picture 7" descr="The image appears to be a scatter plot or grid with a series of numerical values, likely representing data points or variables, and includes labels such as 'X1' and 'X2' which could indicate different categories or conditions in an experiment or data set.&#10;&#10;AI-generated content may be incorrect.">
            <a:extLst>
              <a:ext uri="{FF2B5EF4-FFF2-40B4-BE49-F238E27FC236}">
                <a16:creationId xmlns:a16="http://schemas.microsoft.com/office/drawing/2014/main" id="{B38E472F-8DDB-0FA9-0605-31243FF60855}"/>
              </a:ext>
            </a:extLst>
          </p:cNvPr>
          <p:cNvPicPr>
            <a:picLocks noChangeAspect="1"/>
          </p:cNvPicPr>
          <p:nvPr/>
        </p:nvPicPr>
        <p:blipFill>
          <a:blip r:embed="rId4"/>
          <a:stretch>
            <a:fillRect/>
          </a:stretch>
        </p:blipFill>
        <p:spPr>
          <a:xfrm>
            <a:off x="82193" y="2549525"/>
            <a:ext cx="3682600" cy="2773818"/>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A9FE12B0-44B0-3987-B446-3D9D317C779C}"/>
                  </a:ext>
                </a:extLst>
              </p:cNvPr>
              <p:cNvSpPr txBox="1"/>
              <p:nvPr/>
            </p:nvSpPr>
            <p:spPr>
              <a:xfrm>
                <a:off x="715445" y="1617143"/>
                <a:ext cx="9308387" cy="369332"/>
              </a:xfrm>
              <a:prstGeom prst="rect">
                <a:avLst/>
              </a:prstGeom>
              <a:noFill/>
            </p:spPr>
            <p:txBody>
              <a:bodyPr wrap="square" rtlCol="0">
                <a:spAutoFit/>
              </a:bodyPr>
              <a:lstStyle/>
              <a:p>
                <a:r>
                  <a:rPr lang="en-US" dirty="0"/>
                  <a:t>Example: observe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𝑦</m:t>
                    </m:r>
                  </m:oMath>
                </a14:m>
                <a:r>
                  <a:rPr lang="en-IN" dirty="0"/>
                  <a:t>. Build tree to predict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dirty="0" smtClean="0">
                        <a:latin typeface="Cambria Math" panose="02040503050406030204" pitchFamily="18" charset="0"/>
                      </a:rPr>
                      <m:t>=</m:t>
                    </m:r>
                    <m:r>
                      <a:rPr lang="en-US" b="0" i="1" dirty="0" smtClean="0">
                        <a:latin typeface="Cambria Math" panose="02040503050406030204" pitchFamily="18" charset="0"/>
                      </a:rPr>
                      <m:t>𝑓</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oMath>
                </a14:m>
                <a:endParaRPr lang="en-IN" dirty="0"/>
              </a:p>
            </p:txBody>
          </p:sp>
        </mc:Choice>
        <mc:Fallback>
          <p:sp>
            <p:nvSpPr>
              <p:cNvPr id="9" name="TextBox 8">
                <a:extLst>
                  <a:ext uri="{FF2B5EF4-FFF2-40B4-BE49-F238E27FC236}">
                    <a16:creationId xmlns:a16="http://schemas.microsoft.com/office/drawing/2014/main" id="{A9FE12B0-44B0-3987-B446-3D9D317C779C}"/>
                  </a:ext>
                </a:extLst>
              </p:cNvPr>
              <p:cNvSpPr txBox="1">
                <a:spLocks noRot="1" noChangeAspect="1" noMove="1" noResize="1" noEditPoints="1" noAdjustHandles="1" noChangeArrowheads="1" noChangeShapeType="1" noTextEdit="1"/>
              </p:cNvSpPr>
              <p:nvPr/>
            </p:nvSpPr>
            <p:spPr>
              <a:xfrm>
                <a:off x="715445" y="1617143"/>
                <a:ext cx="9308387" cy="369332"/>
              </a:xfrm>
              <a:prstGeom prst="rect">
                <a:avLst/>
              </a:prstGeom>
              <a:blipFill>
                <a:blip r:embed="rId5"/>
                <a:stretch>
                  <a:fillRect l="-524" t="-6557" b="-26230"/>
                </a:stretch>
              </a:blipFill>
            </p:spPr>
            <p:txBody>
              <a:bodyPr/>
              <a:lstStyle/>
              <a:p>
                <a:r>
                  <a:rPr lang="en-IN">
                    <a:noFill/>
                  </a:rPr>
                  <a:t> </a:t>
                </a:r>
              </a:p>
            </p:txBody>
          </p:sp>
        </mc:Fallback>
      </mc:AlternateContent>
    </p:spTree>
    <p:extLst>
      <p:ext uri="{BB962C8B-B14F-4D97-AF65-F5344CB8AC3E}">
        <p14:creationId xmlns:p14="http://schemas.microsoft.com/office/powerpoint/2010/main" val="1193457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06669-0C57-77D6-84AE-88235A5C0E20}"/>
              </a:ext>
            </a:extLst>
          </p:cNvPr>
          <p:cNvSpPr>
            <a:spLocks noGrp="1"/>
          </p:cNvSpPr>
          <p:nvPr>
            <p:ph type="title"/>
          </p:nvPr>
        </p:nvSpPr>
        <p:spPr/>
        <p:txBody>
          <a:bodyPr/>
          <a:lstStyle/>
          <a:p>
            <a:r>
              <a:rPr lang="en-US" dirty="0"/>
              <a:t>Growing trees: Approach</a:t>
            </a:r>
            <a:endParaRPr lang="en-IN" dirty="0"/>
          </a:p>
        </p:txBody>
      </p:sp>
      <p:sp>
        <p:nvSpPr>
          <p:cNvPr id="3" name="Content Placeholder 2">
            <a:extLst>
              <a:ext uri="{FF2B5EF4-FFF2-40B4-BE49-F238E27FC236}">
                <a16:creationId xmlns:a16="http://schemas.microsoft.com/office/drawing/2014/main" id="{40395C6B-B724-7339-3313-24A91AAD560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93743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22C88-DB60-758B-ADA6-72F0D62E353A}"/>
              </a:ext>
            </a:extLst>
          </p:cNvPr>
          <p:cNvSpPr>
            <a:spLocks noGrp="1"/>
          </p:cNvSpPr>
          <p:nvPr>
            <p:ph type="title"/>
          </p:nvPr>
        </p:nvSpPr>
        <p:spPr/>
        <p:txBody>
          <a:bodyPr/>
          <a:lstStyle/>
          <a:p>
            <a:r>
              <a:rPr lang="en-US" u="sng" dirty="0"/>
              <a:t>B</a:t>
            </a:r>
            <a:r>
              <a:rPr lang="en-US" dirty="0"/>
              <a:t>ootstrap </a:t>
            </a:r>
            <a:r>
              <a:rPr lang="en-US" u="sng" dirty="0"/>
              <a:t>agg</a:t>
            </a:r>
            <a:r>
              <a:rPr lang="en-US" dirty="0"/>
              <a:t>regat</a:t>
            </a:r>
            <a:r>
              <a:rPr lang="en-US" u="sng" dirty="0"/>
              <a:t>ing</a:t>
            </a:r>
            <a:r>
              <a:rPr lang="en-US" dirty="0"/>
              <a:t> (Bagging)</a:t>
            </a:r>
            <a:endParaRPr lang="en-IN" dirty="0"/>
          </a:p>
        </p:txBody>
      </p:sp>
      <p:sp>
        <p:nvSpPr>
          <p:cNvPr id="3" name="Content Placeholder 2">
            <a:extLst>
              <a:ext uri="{FF2B5EF4-FFF2-40B4-BE49-F238E27FC236}">
                <a16:creationId xmlns:a16="http://schemas.microsoft.com/office/drawing/2014/main" id="{AC908472-D4A1-2A8D-D435-C169EEA948D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528806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73DE4-9555-2E73-434B-AB04BD2D1A08}"/>
              </a:ext>
            </a:extLst>
          </p:cNvPr>
          <p:cNvSpPr>
            <a:spLocks noGrp="1"/>
          </p:cNvSpPr>
          <p:nvPr>
            <p:ph type="title"/>
          </p:nvPr>
        </p:nvSpPr>
        <p:spPr/>
        <p:txBody>
          <a:bodyPr/>
          <a:lstStyle/>
          <a:p>
            <a:r>
              <a:rPr lang="en-US" dirty="0"/>
              <a:t>From bagging to random forests</a:t>
            </a:r>
            <a:endParaRPr lang="en-IN" dirty="0"/>
          </a:p>
        </p:txBody>
      </p:sp>
      <p:sp>
        <p:nvSpPr>
          <p:cNvPr id="3" name="Content Placeholder 2">
            <a:extLst>
              <a:ext uri="{FF2B5EF4-FFF2-40B4-BE49-F238E27FC236}">
                <a16:creationId xmlns:a16="http://schemas.microsoft.com/office/drawing/2014/main" id="{71AE72B7-5BBE-A8A5-76EC-C9D603E76C14}"/>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067625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E506-F40D-C5F1-D053-D09A057602F2}"/>
              </a:ext>
            </a:extLst>
          </p:cNvPr>
          <p:cNvSpPr>
            <a:spLocks noGrp="1"/>
          </p:cNvSpPr>
          <p:nvPr>
            <p:ph type="title"/>
          </p:nvPr>
        </p:nvSpPr>
        <p:spPr/>
        <p:txBody>
          <a:bodyPr/>
          <a:lstStyle/>
          <a:p>
            <a:r>
              <a:rPr lang="en-US" b="1" dirty="0"/>
              <a:t>Neural Networks</a:t>
            </a:r>
            <a:endParaRPr lang="en-IN" b="1" dirty="0"/>
          </a:p>
        </p:txBody>
      </p:sp>
      <p:pic>
        <p:nvPicPr>
          <p:cNvPr id="5" name="Picture 4" descr="The image depicts a neuron with input variables (x1, x2, x3) connected to it, and the output is represented by the equation z = f(w.x + b).&#10;&#10;AI-generated content may be incorrect.">
            <a:extLst>
              <a:ext uri="{FF2B5EF4-FFF2-40B4-BE49-F238E27FC236}">
                <a16:creationId xmlns:a16="http://schemas.microsoft.com/office/drawing/2014/main" id="{89ACE8D4-169B-1ED1-8A33-F5100806E7DF}"/>
              </a:ext>
            </a:extLst>
          </p:cNvPr>
          <p:cNvPicPr>
            <a:picLocks noChangeAspect="1"/>
          </p:cNvPicPr>
          <p:nvPr/>
        </p:nvPicPr>
        <p:blipFill>
          <a:blip r:embed="rId2"/>
          <a:stretch>
            <a:fillRect/>
          </a:stretch>
        </p:blipFill>
        <p:spPr>
          <a:xfrm>
            <a:off x="232024" y="2535849"/>
            <a:ext cx="4612784" cy="2899180"/>
          </a:xfrm>
          <a:prstGeom prst="rect">
            <a:avLst/>
          </a:prstGeom>
        </p:spPr>
      </p:pic>
      <p:pic>
        <p:nvPicPr>
          <p:cNvPr id="7" name="Picture 6" descr="The diagram illustrates a simple directed graph with two input nodes (X1 and X2), three intermediate nodes (output(s) and X3), and a single output node, connected in a linear sequence.&#10;&#10;AI-generated content may be incorrect.">
            <a:extLst>
              <a:ext uri="{FF2B5EF4-FFF2-40B4-BE49-F238E27FC236}">
                <a16:creationId xmlns:a16="http://schemas.microsoft.com/office/drawing/2014/main" id="{DCEDD57A-DF78-0851-E192-164B521DD98D}"/>
              </a:ext>
            </a:extLst>
          </p:cNvPr>
          <p:cNvPicPr>
            <a:picLocks noChangeAspect="1"/>
          </p:cNvPicPr>
          <p:nvPr/>
        </p:nvPicPr>
        <p:blipFill>
          <a:blip r:embed="rId3"/>
          <a:stretch>
            <a:fillRect/>
          </a:stretch>
        </p:blipFill>
        <p:spPr>
          <a:xfrm>
            <a:off x="6842589" y="2520555"/>
            <a:ext cx="4511211" cy="2740802"/>
          </a:xfrm>
          <a:prstGeom prst="rect">
            <a:avLst/>
          </a:prstGeom>
        </p:spPr>
      </p:pic>
    </p:spTree>
    <p:extLst>
      <p:ext uri="{BB962C8B-B14F-4D97-AF65-F5344CB8AC3E}">
        <p14:creationId xmlns:p14="http://schemas.microsoft.com/office/powerpoint/2010/main" val="2592831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C3A09-644E-4A85-D572-B0FCC3798B67}"/>
              </a:ext>
            </a:extLst>
          </p:cNvPr>
          <p:cNvSpPr>
            <a:spLocks noGrp="1"/>
          </p:cNvSpPr>
          <p:nvPr>
            <p:ph type="title"/>
          </p:nvPr>
        </p:nvSpPr>
        <p:spPr/>
        <p:txBody>
          <a:bodyPr/>
          <a:lstStyle/>
          <a:p>
            <a:r>
              <a:rPr lang="en-US" dirty="0"/>
              <a:t>Convolutional Neural Nets</a:t>
            </a:r>
            <a:endParaRPr lang="en-IN" dirty="0"/>
          </a:p>
        </p:txBody>
      </p:sp>
      <p:sp>
        <p:nvSpPr>
          <p:cNvPr id="3" name="Content Placeholder 2">
            <a:extLst>
              <a:ext uri="{FF2B5EF4-FFF2-40B4-BE49-F238E27FC236}">
                <a16:creationId xmlns:a16="http://schemas.microsoft.com/office/drawing/2014/main" id="{B8C96FBE-EB88-14B8-1CFD-1F0187711A4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29782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7F748-3516-5D4D-75BA-AACBBEFF977E}"/>
              </a:ext>
            </a:extLst>
          </p:cNvPr>
          <p:cNvSpPr>
            <a:spLocks noGrp="1"/>
          </p:cNvSpPr>
          <p:nvPr>
            <p:ph type="title"/>
          </p:nvPr>
        </p:nvSpPr>
        <p:spPr/>
        <p:txBody>
          <a:bodyPr/>
          <a:lstStyle/>
          <a:p>
            <a:r>
              <a:rPr lang="en-US" b="1" dirty="0"/>
              <a:t>Cross Validation</a:t>
            </a:r>
            <a:endParaRPr lang="en-IN" b="1" dirty="0"/>
          </a:p>
        </p:txBody>
      </p:sp>
      <p:sp>
        <p:nvSpPr>
          <p:cNvPr id="3" name="Content Placeholder 2">
            <a:extLst>
              <a:ext uri="{FF2B5EF4-FFF2-40B4-BE49-F238E27FC236}">
                <a16:creationId xmlns:a16="http://schemas.microsoft.com/office/drawing/2014/main" id="{07002E2B-A90A-731A-92DE-C849FFF56D0C}"/>
              </a:ext>
            </a:extLst>
          </p:cNvPr>
          <p:cNvSpPr>
            <a:spLocks noGrp="1"/>
          </p:cNvSpPr>
          <p:nvPr>
            <p:ph idx="1"/>
          </p:nvPr>
        </p:nvSpPr>
        <p:spPr/>
        <p:txBody>
          <a:bodyPr/>
          <a:lstStyle/>
          <a:p>
            <a:r>
              <a:rPr lang="en-US" dirty="0"/>
              <a:t>A way to </a:t>
            </a:r>
          </a:p>
          <a:p>
            <a:r>
              <a:rPr lang="en-US" dirty="0"/>
              <a:t>Test your model’s predictive power “out of sample”</a:t>
            </a:r>
          </a:p>
          <a:p>
            <a:r>
              <a:rPr lang="en-US" dirty="0"/>
              <a:t>Get a sense of uncertainty in your model predictions by generating multiple predictions from multiple models</a:t>
            </a:r>
          </a:p>
          <a:p>
            <a:r>
              <a:rPr lang="en-US" dirty="0"/>
              <a:t>Choose “tuning” parameters for whatever model you’re using </a:t>
            </a:r>
            <a:endParaRPr lang="en-IN" dirty="0"/>
          </a:p>
        </p:txBody>
      </p:sp>
    </p:spTree>
    <p:extLst>
      <p:ext uri="{BB962C8B-B14F-4D97-AF65-F5344CB8AC3E}">
        <p14:creationId xmlns:p14="http://schemas.microsoft.com/office/powerpoint/2010/main" val="4288025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0437B-D7B2-AFDE-AA0D-7EE9B3538A82}"/>
              </a:ext>
            </a:extLst>
          </p:cNvPr>
          <p:cNvSpPr>
            <a:spLocks noGrp="1"/>
          </p:cNvSpPr>
          <p:nvPr>
            <p:ph type="title"/>
          </p:nvPr>
        </p:nvSpPr>
        <p:spPr/>
        <p:txBody>
          <a:bodyPr/>
          <a:lstStyle/>
          <a:p>
            <a:r>
              <a:rPr lang="en-US" dirty="0"/>
              <a:t>K-fold, leave one out, repeated K-fold</a:t>
            </a:r>
            <a:endParaRPr lang="en-IN" dirty="0"/>
          </a:p>
        </p:txBody>
      </p:sp>
      <p:sp>
        <p:nvSpPr>
          <p:cNvPr id="3" name="Content Placeholder 2">
            <a:extLst>
              <a:ext uri="{FF2B5EF4-FFF2-40B4-BE49-F238E27FC236}">
                <a16:creationId xmlns:a16="http://schemas.microsoft.com/office/drawing/2014/main" id="{9D0EF3A0-1D57-393B-419A-A25F0BF9632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9867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0AD64-AFB2-49CB-CEA1-756705C0F1A5}"/>
              </a:ext>
            </a:extLst>
          </p:cNvPr>
          <p:cNvSpPr>
            <a:spLocks noGrp="1"/>
          </p:cNvSpPr>
          <p:nvPr>
            <p:ph type="title"/>
          </p:nvPr>
        </p:nvSpPr>
        <p:spPr/>
        <p:txBody>
          <a:bodyPr/>
          <a:lstStyle/>
          <a:p>
            <a:r>
              <a:rPr lang="en-US" b="1" dirty="0"/>
              <a:t>Shrinkage estimators: </a:t>
            </a:r>
            <a:r>
              <a:rPr lang="en-US" dirty="0"/>
              <a:t>Ridge, LASSO, post-double LASSO</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79A7CA-FAA4-ED36-829C-A231327AFBCE}"/>
                  </a:ext>
                </a:extLst>
              </p:cNvPr>
              <p:cNvSpPr>
                <a:spLocks noGrp="1"/>
              </p:cNvSpPr>
              <p:nvPr>
                <p:ph idx="1"/>
              </p:nvPr>
            </p:nvSpPr>
            <p:spPr/>
            <p:txBody>
              <a:bodyPr>
                <a:normAutofit fontScale="85000" lnSpcReduction="20000"/>
              </a:bodyPr>
              <a:lstStyle/>
              <a:p>
                <a:r>
                  <a:rPr lang="en-US" dirty="0"/>
                  <a:t>Shrinkage: reduce our estimates.</a:t>
                </a:r>
              </a:p>
              <a:p>
                <a:r>
                  <a:rPr lang="en-US" dirty="0"/>
                  <a:t>Why bias our estimates? Bias-variance tradeoff. Lower variance estimators may do better out of sample.</a:t>
                </a:r>
              </a:p>
              <a:p>
                <a:r>
                  <a:rPr lang="en-US" dirty="0"/>
                  <a:t>Usual thinking with instrumental variables (IVs): We accept higher variance for lower bias.</a:t>
                </a:r>
              </a:p>
              <a:p>
                <a:r>
                  <a:rPr lang="en-US" dirty="0"/>
                  <a:t>Shrinkage estimators: Start with OLS but constrain estimates</a:t>
                </a: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𝑏</m:t>
                              </m:r>
                            </m:lim>
                          </m:limLow>
                        </m:fName>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𝑏</m:t>
                                      </m:r>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m:t>
                          </m:r>
                          <m:r>
                            <a:rPr lang="en-US" b="0" i="1" smtClean="0">
                              <a:latin typeface="Cambria Math" panose="02040503050406030204" pitchFamily="18" charset="0"/>
                            </a:rPr>
                            <m:t>𝐶</m:t>
                          </m:r>
                        </m:e>
                      </m:func>
                    </m:oMath>
                  </m:oMathPara>
                </a14:m>
                <a:endParaRPr lang="en-US" dirty="0"/>
              </a:p>
              <a:p>
                <a:pPr marL="0" indent="0">
                  <a:buNone/>
                </a:pPr>
                <a:r>
                  <a:rPr lang="en-US" dirty="0"/>
                  <a:t>Where C is a tuning parameter (to be chosen, e.g., via cross validation)</a:t>
                </a:r>
              </a:p>
              <a:p>
                <a:r>
                  <a:rPr lang="en-US" dirty="0"/>
                  <a:t>Differ in what we choose for f(b)</a:t>
                </a:r>
              </a:p>
              <a:p>
                <a:pPr lvl="1">
                  <a:buFont typeface="Courier New" panose="02070309020205020404" pitchFamily="49" charset="0"/>
                  <a:buChar char="o"/>
                </a:pPr>
                <a:r>
                  <a:rPr lang="en-US" dirty="0"/>
                  <a:t>Ridge regression: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𝑗</m:t>
                            </m:r>
                          </m:sub>
                          <m:sup>
                            <m:r>
                              <a:rPr lang="en-US" b="0" i="1" smtClean="0">
                                <a:latin typeface="Cambria Math" panose="02040503050406030204" pitchFamily="18" charset="0"/>
                              </a:rPr>
                              <m:t>2</m:t>
                            </m:r>
                          </m:sup>
                        </m:sSubSup>
                      </m:e>
                    </m:nary>
                  </m:oMath>
                </a14:m>
                <a:endParaRPr lang="en-US" b="0" dirty="0"/>
              </a:p>
              <a:p>
                <a:pPr lvl="1">
                  <a:buFont typeface="Courier New" panose="02070309020205020404" pitchFamily="49" charset="0"/>
                  <a:buChar char="o"/>
                </a:pPr>
                <a:r>
                  <a:rPr lang="en-US" dirty="0"/>
                  <a:t>LASSO: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𝑗</m:t>
                                </m:r>
                              </m:sub>
                            </m:sSub>
                          </m:e>
                        </m:d>
                      </m:e>
                    </m:nary>
                  </m:oMath>
                </a14:m>
                <a:endParaRPr lang="en-US" dirty="0"/>
              </a:p>
              <a:p>
                <a:endParaRPr lang="en-IN" dirty="0"/>
              </a:p>
            </p:txBody>
          </p:sp>
        </mc:Choice>
        <mc:Fallback xmlns="">
          <p:sp>
            <p:nvSpPr>
              <p:cNvPr id="3" name="Content Placeholder 2">
                <a:extLst>
                  <a:ext uri="{FF2B5EF4-FFF2-40B4-BE49-F238E27FC236}">
                    <a16:creationId xmlns:a16="http://schemas.microsoft.com/office/drawing/2014/main" id="{4679A7CA-FAA4-ED36-829C-A231327AFBCE}"/>
                  </a:ext>
                </a:extLst>
              </p:cNvPr>
              <p:cNvSpPr>
                <a:spLocks noGrp="1" noRot="1" noChangeAspect="1" noMove="1" noResize="1" noEditPoints="1" noAdjustHandles="1" noChangeArrowheads="1" noChangeShapeType="1" noTextEdit="1"/>
              </p:cNvSpPr>
              <p:nvPr>
                <p:ph idx="1"/>
              </p:nvPr>
            </p:nvSpPr>
            <p:spPr>
              <a:blipFill>
                <a:blip r:embed="rId2"/>
                <a:stretch>
                  <a:fillRect l="-928" t="-3081" b="-15686"/>
                </a:stretch>
              </a:blipFill>
            </p:spPr>
            <p:txBody>
              <a:bodyPr/>
              <a:lstStyle/>
              <a:p>
                <a:r>
                  <a:rPr lang="en-IN">
                    <a:noFill/>
                  </a:rPr>
                  <a:t> </a:t>
                </a:r>
              </a:p>
            </p:txBody>
          </p:sp>
        </mc:Fallback>
      </mc:AlternateContent>
    </p:spTree>
    <p:extLst>
      <p:ext uri="{BB962C8B-B14F-4D97-AF65-F5344CB8AC3E}">
        <p14:creationId xmlns:p14="http://schemas.microsoft.com/office/powerpoint/2010/main" val="2437872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BC21C-2A53-EA44-96C7-B1E30DE359B7}"/>
              </a:ext>
            </a:extLst>
          </p:cNvPr>
          <p:cNvSpPr>
            <a:spLocks noGrp="1"/>
          </p:cNvSpPr>
          <p:nvPr>
            <p:ph type="title"/>
          </p:nvPr>
        </p:nvSpPr>
        <p:spPr/>
        <p:txBody>
          <a:bodyPr/>
          <a:lstStyle/>
          <a:p>
            <a:r>
              <a:rPr lang="en-US" dirty="0"/>
              <a:t>Shrinkage in </a:t>
            </a:r>
            <a:r>
              <a:rPr lang="en-US" dirty="0" err="1"/>
              <a:t>Lagrangian</a:t>
            </a:r>
            <a:r>
              <a:rPr lang="en-US" dirty="0"/>
              <a:t> form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1D81DF-690D-D6E5-56DE-79E1B190A33B}"/>
                  </a:ext>
                </a:extLst>
              </p:cNvPr>
              <p:cNvSpPr>
                <a:spLocks noGrp="1"/>
              </p:cNvSpPr>
              <p:nvPr>
                <p:ph idx="1"/>
              </p:nvPr>
            </p:nvSpPr>
            <p:spPr>
              <a:xfrm>
                <a:off x="838200" y="1825625"/>
                <a:ext cx="10983686" cy="4667250"/>
              </a:xfrm>
            </p:spPr>
            <p:txBody>
              <a:bodyPr/>
              <a:lstStyle/>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𝑏</m:t>
                              </m:r>
                            </m:lim>
                          </m:limLow>
                        </m:fName>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𝑏</m:t>
                                      </m:r>
                                    </m:e>
                                  </m:d>
                                </m:e>
                                <m:sup>
                                  <m:r>
                                    <a:rPr lang="en-US" b="0" i="1" smtClean="0">
                                      <a:latin typeface="Cambria Math" panose="02040503050406030204" pitchFamily="18" charset="0"/>
                                    </a:rPr>
                                    <m:t>2</m:t>
                                  </m:r>
                                </m:sup>
                              </m:sSup>
                            </m:e>
                          </m:nary>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𝜆</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𝑏</m:t>
                          </m:r>
                          <m:r>
                            <a:rPr lang="en-US" b="0" i="1" smtClean="0">
                              <a:solidFill>
                                <a:srgbClr val="FF0000"/>
                              </a:solidFill>
                              <a:latin typeface="Cambria Math" panose="02040503050406030204" pitchFamily="18" charset="0"/>
                            </a:rPr>
                            <m:t>)</m:t>
                          </m:r>
                        </m:e>
                      </m:func>
                    </m:oMath>
                  </m:oMathPara>
                </a14:m>
                <a:endParaRPr lang="en-IN" dirty="0"/>
              </a:p>
              <a:p>
                <a14:m>
                  <m:oMath xmlns:m="http://schemas.openxmlformats.org/officeDocument/2006/math">
                    <m:r>
                      <a:rPr lang="en-US" b="0" i="1" smtClean="0">
                        <a:solidFill>
                          <a:srgbClr val="FF0000"/>
                        </a:solidFill>
                        <a:latin typeface="Cambria Math" panose="02040503050406030204" pitchFamily="18" charset="0"/>
                      </a:rPr>
                      <m:t>𝜆</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𝑏</m:t>
                    </m:r>
                    <m:r>
                      <a:rPr lang="en-US" b="0" i="1" smtClean="0">
                        <a:solidFill>
                          <a:srgbClr val="FF0000"/>
                        </a:solidFill>
                        <a:latin typeface="Cambria Math" panose="02040503050406030204" pitchFamily="18" charset="0"/>
                      </a:rPr>
                      <m:t>)</m:t>
                    </m:r>
                  </m:oMath>
                </a14:m>
                <a:r>
                  <a:rPr lang="en-IN" dirty="0"/>
                  <a:t>: Penalty term</a:t>
                </a:r>
              </a:p>
              <a:p>
                <a:r>
                  <a:rPr lang="en-IN" dirty="0"/>
                  <a:t>Main applications: In collapsing down high dimensional inputs (e.g., images, text, online data, cases with lots of nonlinearities, </a:t>
                </a:r>
                <a:r>
                  <a:rPr lang="en-IN" dirty="0" err="1"/>
                  <a:t>interactions,e.t.c</a:t>
                </a:r>
                <a:r>
                  <a:rPr lang="en-IN" dirty="0"/>
                  <a:t>).</a:t>
                </a:r>
              </a:p>
              <a:p>
                <a:r>
                  <a:rPr lang="en-IN" dirty="0"/>
                  <a:t>Easy interpretation</a:t>
                </a:r>
              </a:p>
              <a:p>
                <a:r>
                  <a:rPr lang="en-IN" b="1" dirty="0">
                    <a:solidFill>
                      <a:srgbClr val="FF0000"/>
                    </a:solidFill>
                  </a:rPr>
                  <a:t>Common applications: </a:t>
                </a:r>
                <a:r>
                  <a:rPr lang="en-IN" dirty="0"/>
                  <a:t>Selection of control variables, selection of instruments</a:t>
                </a:r>
              </a:p>
            </p:txBody>
          </p:sp>
        </mc:Choice>
        <mc:Fallback xmlns="">
          <p:sp>
            <p:nvSpPr>
              <p:cNvPr id="3" name="Content Placeholder 2">
                <a:extLst>
                  <a:ext uri="{FF2B5EF4-FFF2-40B4-BE49-F238E27FC236}">
                    <a16:creationId xmlns:a16="http://schemas.microsoft.com/office/drawing/2014/main" id="{5E1D81DF-690D-D6E5-56DE-79E1B190A33B}"/>
                  </a:ext>
                </a:extLst>
              </p:cNvPr>
              <p:cNvSpPr>
                <a:spLocks noGrp="1" noRot="1" noChangeAspect="1" noMove="1" noResize="1" noEditPoints="1" noAdjustHandles="1" noChangeArrowheads="1" noChangeShapeType="1" noTextEdit="1"/>
              </p:cNvSpPr>
              <p:nvPr>
                <p:ph idx="1"/>
              </p:nvPr>
            </p:nvSpPr>
            <p:spPr>
              <a:xfrm>
                <a:off x="838200" y="1825625"/>
                <a:ext cx="10983686" cy="4667250"/>
              </a:xfrm>
              <a:blipFill>
                <a:blip r:embed="rId2"/>
                <a:stretch>
                  <a:fillRect l="-999"/>
                </a:stretch>
              </a:blipFill>
            </p:spPr>
            <p:txBody>
              <a:bodyPr/>
              <a:lstStyle/>
              <a:p>
                <a:r>
                  <a:rPr lang="en-IN">
                    <a:noFill/>
                  </a:rPr>
                  <a:t> </a:t>
                </a:r>
              </a:p>
            </p:txBody>
          </p:sp>
        </mc:Fallback>
      </mc:AlternateContent>
    </p:spTree>
    <p:extLst>
      <p:ext uri="{BB962C8B-B14F-4D97-AF65-F5344CB8AC3E}">
        <p14:creationId xmlns:p14="http://schemas.microsoft.com/office/powerpoint/2010/main" val="4232552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D4A25-16AD-2D7C-4056-4D02F3676D8C}"/>
              </a:ext>
            </a:extLst>
          </p:cNvPr>
          <p:cNvSpPr>
            <a:spLocks noGrp="1"/>
          </p:cNvSpPr>
          <p:nvPr>
            <p:ph type="title"/>
          </p:nvPr>
        </p:nvSpPr>
        <p:spPr/>
        <p:txBody>
          <a:bodyPr/>
          <a:lstStyle/>
          <a:p>
            <a:r>
              <a:rPr lang="en-US" dirty="0"/>
              <a:t>Ridge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2A8B24-4EB6-ED80-7398-48706421BCB2}"/>
                  </a:ext>
                </a:extLst>
              </p:cNvPr>
              <p:cNvSpPr>
                <a:spLocks noGrp="1"/>
              </p:cNvSpPr>
              <p:nvPr>
                <p:ph idx="1"/>
              </p:nvPr>
            </p:nvSpPr>
            <p:spPr>
              <a:xfrm>
                <a:off x="838200" y="1825625"/>
                <a:ext cx="6705600" cy="4351338"/>
              </a:xfrm>
            </p:spPr>
            <p:txBody>
              <a:bodyPr/>
              <a:lstStyle/>
              <a:p>
                <a:r>
                  <a:rPr lang="en-US" dirty="0"/>
                  <a:t>After solving the </a:t>
                </a:r>
                <a:r>
                  <a:rPr lang="en-US" dirty="0" err="1"/>
                  <a:t>Langrangian</a:t>
                </a: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𝜆</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𝐾</m:t>
                                  </m:r>
                                </m:sub>
                              </m:sSub>
                            </m:e>
                          </m:d>
                        </m:e>
                        <m:sup>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𝑌</m:t>
                      </m:r>
                    </m:oMath>
                  </m:oMathPara>
                </a14:m>
                <a:endParaRPr lang="en-IN" dirty="0"/>
              </a:p>
              <a:p>
                <a:r>
                  <a:rPr lang="en-IN" dirty="0"/>
                  <a:t>If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=0</m:t>
                    </m:r>
                  </m:oMath>
                </a14:m>
                <a:r>
                  <a:rPr lang="en-IN" dirty="0"/>
                  <a:t>, OLS</a:t>
                </a:r>
              </a:p>
              <a:p>
                <a:r>
                  <a:rPr lang="en-IN" dirty="0"/>
                  <a:t>If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 ∞</m:t>
                    </m:r>
                  </m:oMath>
                </a14:m>
                <a:r>
                  <a:rPr lang="en-US" b="0" dirty="0"/>
                  <a: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=0</m:t>
                    </m:r>
                  </m:oMath>
                </a14:m>
                <a:endParaRPr lang="en-US" b="0" dirty="0"/>
              </a:p>
              <a:p>
                <a:r>
                  <a:rPr lang="en-US" dirty="0"/>
                  <a:t>What if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&gt;</m:t>
                    </m:r>
                    <m:r>
                      <a:rPr lang="en-US" b="0" i="1" smtClean="0">
                        <a:latin typeface="Cambria Math" panose="02040503050406030204" pitchFamily="18" charset="0"/>
                      </a:rPr>
                      <m:t>𝑛</m:t>
                    </m:r>
                  </m:oMath>
                </a14:m>
                <a:r>
                  <a:rPr lang="en-US" b="0" dirty="0"/>
                  <a:t>?</a:t>
                </a:r>
              </a:p>
              <a:p>
                <a:pPr lvl="1">
                  <a:buFont typeface="Courier New" panose="02070309020205020404" pitchFamily="49" charset="0"/>
                  <a:buChar char="o"/>
                </a:pPr>
                <a:r>
                  <a:rPr lang="en-US" dirty="0"/>
                  <a:t>OLS: Violates rank condition,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𝑋</m:t>
                    </m:r>
                  </m:oMath>
                </a14:m>
                <a:r>
                  <a:rPr lang="en-US" b="0" dirty="0"/>
                  <a:t> not invertible</a:t>
                </a:r>
              </a:p>
              <a:p>
                <a:pPr lvl="1">
                  <a:buFont typeface="Courier New" panose="02070309020205020404" pitchFamily="49" charset="0"/>
                  <a:buChar char="o"/>
                </a:pPr>
                <a:r>
                  <a:rPr lang="en-US" dirty="0"/>
                  <a:t>Ridge: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𝜆</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𝐾</m:t>
                        </m:r>
                      </m:sub>
                    </m:sSub>
                  </m:oMath>
                </a14:m>
                <a:r>
                  <a:rPr lang="en-US" b="0" dirty="0"/>
                  <a:t> is invertible even if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&gt;</m:t>
                    </m:r>
                    <m:r>
                      <a:rPr lang="en-US" b="0" i="1" smtClean="0">
                        <a:latin typeface="Cambria Math" panose="02040503050406030204" pitchFamily="18" charset="0"/>
                      </a:rPr>
                      <m:t>𝑛</m:t>
                    </m:r>
                  </m:oMath>
                </a14:m>
                <a:endParaRPr lang="en-US" b="0" dirty="0"/>
              </a:p>
              <a:p>
                <a:endParaRPr lang="en-IN" dirty="0"/>
              </a:p>
            </p:txBody>
          </p:sp>
        </mc:Choice>
        <mc:Fallback xmlns="">
          <p:sp>
            <p:nvSpPr>
              <p:cNvPr id="3" name="Content Placeholder 2">
                <a:extLst>
                  <a:ext uri="{FF2B5EF4-FFF2-40B4-BE49-F238E27FC236}">
                    <a16:creationId xmlns:a16="http://schemas.microsoft.com/office/drawing/2014/main" id="{722A8B24-4EB6-ED80-7398-48706421BCB2}"/>
                  </a:ext>
                </a:extLst>
              </p:cNvPr>
              <p:cNvSpPr>
                <a:spLocks noGrp="1" noRot="1" noChangeAspect="1" noMove="1" noResize="1" noEditPoints="1" noAdjustHandles="1" noChangeArrowheads="1" noChangeShapeType="1" noTextEdit="1"/>
              </p:cNvSpPr>
              <p:nvPr>
                <p:ph idx="1"/>
              </p:nvPr>
            </p:nvSpPr>
            <p:spPr>
              <a:xfrm>
                <a:off x="838200" y="1825625"/>
                <a:ext cx="6705600" cy="4351338"/>
              </a:xfrm>
              <a:blipFill>
                <a:blip r:embed="rId2"/>
                <a:stretch>
                  <a:fillRect l="-1636" t="-2381"/>
                </a:stretch>
              </a:blipFill>
            </p:spPr>
            <p:txBody>
              <a:bodyPr/>
              <a:lstStyle/>
              <a:p>
                <a:r>
                  <a:rPr lang="en-IN">
                    <a:noFill/>
                  </a:rPr>
                  <a:t> </a:t>
                </a:r>
              </a:p>
            </p:txBody>
          </p:sp>
        </mc:Fallback>
      </mc:AlternateContent>
      <p:pic>
        <p:nvPicPr>
          <p:cNvPr id="5" name="Picture 4" descr="The diagram appears to be a schematic illustration of an optical system or wave pattern, featuring a central circle with rays emanating from it, and mathematical expressions E1b3￢ﾉﾤC, b2, and b1, suggesting it could be related to optical physics or wave behavior analysis.&#10;&#10;AI-generated content may be incorrect.">
            <a:extLst>
              <a:ext uri="{FF2B5EF4-FFF2-40B4-BE49-F238E27FC236}">
                <a16:creationId xmlns:a16="http://schemas.microsoft.com/office/drawing/2014/main" id="{AA463A6F-7FE4-8D7F-8101-714AB4E7D28F}"/>
              </a:ext>
            </a:extLst>
          </p:cNvPr>
          <p:cNvPicPr>
            <a:picLocks noChangeAspect="1"/>
          </p:cNvPicPr>
          <p:nvPr/>
        </p:nvPicPr>
        <p:blipFill>
          <a:blip r:embed="rId3"/>
          <a:stretch>
            <a:fillRect/>
          </a:stretch>
        </p:blipFill>
        <p:spPr>
          <a:xfrm>
            <a:off x="7419382" y="1690688"/>
            <a:ext cx="4116966" cy="3028024"/>
          </a:xfrm>
          <a:prstGeom prst="rect">
            <a:avLst/>
          </a:prstGeom>
        </p:spPr>
      </p:pic>
    </p:spTree>
    <p:extLst>
      <p:ext uri="{BB962C8B-B14F-4D97-AF65-F5344CB8AC3E}">
        <p14:creationId xmlns:p14="http://schemas.microsoft.com/office/powerpoint/2010/main" val="3070718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DD3B3-3155-EF9B-29D8-4754D89F9905}"/>
              </a:ext>
            </a:extLst>
          </p:cNvPr>
          <p:cNvSpPr>
            <a:spLocks noGrp="1"/>
          </p:cNvSpPr>
          <p:nvPr>
            <p:ph type="title"/>
          </p:nvPr>
        </p:nvSpPr>
        <p:spPr/>
        <p:txBody>
          <a:bodyPr/>
          <a:lstStyle/>
          <a:p>
            <a:r>
              <a:rPr lang="en-US" dirty="0"/>
              <a:t>LASSO</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C638D1-EAAC-53C4-20AA-1716ABEED16A}"/>
                  </a:ext>
                </a:extLst>
              </p:cNvPr>
              <p:cNvSpPr>
                <a:spLocks noGrp="1"/>
              </p:cNvSpPr>
              <p:nvPr>
                <p:ph idx="1"/>
              </p:nvPr>
            </p:nvSpPr>
            <p:spPr>
              <a:xfrm>
                <a:off x="838200" y="1825625"/>
                <a:ext cx="3907971" cy="4351338"/>
              </a:xfrm>
            </p:spPr>
            <p:txBody>
              <a:bodyPr/>
              <a:lstStyle/>
              <a:p>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𝑏</m:t>
                            </m:r>
                          </m:lim>
                        </m:limLow>
                      </m:fName>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𝑏</m:t>
                                    </m:r>
                                  </m:e>
                                </m:d>
                              </m:e>
                              <m:sup>
                                <m:r>
                                  <a:rPr lang="en-US" b="0" i="1" smtClean="0">
                                    <a:latin typeface="Cambria Math" panose="02040503050406030204" pitchFamily="18" charset="0"/>
                                  </a:rPr>
                                  <m:t>2</m:t>
                                </m:r>
                              </m:sup>
                            </m:sSup>
                          </m:e>
                        </m:nary>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𝜆</m:t>
                        </m:r>
                        <m:nary>
                          <m:naryPr>
                            <m:chr m:val="∑"/>
                            <m:supHide m:val="on"/>
                            <m:ctrlPr>
                              <a:rPr lang="en-US" b="0" i="1" smtClean="0">
                                <a:solidFill>
                                  <a:srgbClr val="FF0000"/>
                                </a:solidFill>
                                <a:latin typeface="Cambria Math" panose="02040503050406030204" pitchFamily="18" charset="0"/>
                              </a:rPr>
                            </m:ctrlPr>
                          </m:naryPr>
                          <m:sub>
                            <m:r>
                              <a:rPr lang="en-US" b="0" i="1" smtClean="0">
                                <a:solidFill>
                                  <a:srgbClr val="FF0000"/>
                                </a:solidFill>
                                <a:latin typeface="Cambria Math" panose="02040503050406030204" pitchFamily="18" charset="0"/>
                              </a:rPr>
                              <m:t>𝑗</m:t>
                            </m:r>
                          </m:sub>
                          <m:sup/>
                          <m:e>
                            <m:d>
                              <m:dPr>
                                <m:begChr m:val="|"/>
                                <m:endChr m:val="|"/>
                                <m:ctrlPr>
                                  <a:rPr lang="en-US" b="0" i="1" smtClean="0">
                                    <a:solidFill>
                                      <a:srgbClr val="FF0000"/>
                                    </a:solidFill>
                                    <a:latin typeface="Cambria Math" panose="02040503050406030204" pitchFamily="18" charset="0"/>
                                  </a:rPr>
                                </m:ctrlPr>
                              </m:dPr>
                              <m:e>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𝑏</m:t>
                                    </m:r>
                                  </m:e>
                                  <m:sub>
                                    <m:r>
                                      <a:rPr lang="en-US" b="0" i="1" smtClean="0">
                                        <a:solidFill>
                                          <a:srgbClr val="FF0000"/>
                                        </a:solidFill>
                                        <a:latin typeface="Cambria Math" panose="02040503050406030204" pitchFamily="18" charset="0"/>
                                      </a:rPr>
                                      <m:t>𝑗</m:t>
                                    </m:r>
                                  </m:sub>
                                </m:sSub>
                              </m:e>
                            </m:d>
                          </m:e>
                        </m:nary>
                      </m:e>
                    </m:func>
                  </m:oMath>
                </a14:m>
                <a:endParaRPr lang="en-IN" dirty="0"/>
              </a:p>
              <a:p>
                <a:r>
                  <a:rPr lang="en-IN" dirty="0"/>
                  <a:t>No more </a:t>
                </a:r>
                <a:r>
                  <a:rPr lang="en-IN" dirty="0" err="1"/>
                  <a:t>calculas</a:t>
                </a:r>
                <a:r>
                  <a:rPr lang="en-IN" dirty="0"/>
                  <a:t> to get closed-form solutions</a:t>
                </a:r>
              </a:p>
              <a:p>
                <a:r>
                  <a:rPr lang="en-IN" dirty="0"/>
                  <a:t>Shrink some coefficients to zero </a:t>
                </a:r>
                <a:r>
                  <a:rPr lang="en-IN" dirty="0" err="1"/>
                  <a:t>unline</a:t>
                </a:r>
                <a:r>
                  <a:rPr lang="en-IN" dirty="0"/>
                  <a:t> ridge</a:t>
                </a:r>
              </a:p>
            </p:txBody>
          </p:sp>
        </mc:Choice>
        <mc:Fallback xmlns="">
          <p:sp>
            <p:nvSpPr>
              <p:cNvPr id="3" name="Content Placeholder 2">
                <a:extLst>
                  <a:ext uri="{FF2B5EF4-FFF2-40B4-BE49-F238E27FC236}">
                    <a16:creationId xmlns:a16="http://schemas.microsoft.com/office/drawing/2014/main" id="{FBC638D1-EAAC-53C4-20AA-1716ABEED16A}"/>
                  </a:ext>
                </a:extLst>
              </p:cNvPr>
              <p:cNvSpPr>
                <a:spLocks noGrp="1" noRot="1" noChangeAspect="1" noMove="1" noResize="1" noEditPoints="1" noAdjustHandles="1" noChangeArrowheads="1" noChangeShapeType="1" noTextEdit="1"/>
              </p:cNvSpPr>
              <p:nvPr>
                <p:ph idx="1"/>
              </p:nvPr>
            </p:nvSpPr>
            <p:spPr>
              <a:xfrm>
                <a:off x="838200" y="1825625"/>
                <a:ext cx="3907971" cy="4351338"/>
              </a:xfrm>
              <a:blipFill>
                <a:blip r:embed="rId2"/>
                <a:stretch>
                  <a:fillRect l="-2808"/>
                </a:stretch>
              </a:blipFill>
            </p:spPr>
            <p:txBody>
              <a:bodyPr/>
              <a:lstStyle/>
              <a:p>
                <a:r>
                  <a:rPr lang="en-IN">
                    <a:noFill/>
                  </a:rPr>
                  <a:t> </a:t>
                </a:r>
              </a:p>
            </p:txBody>
          </p:sp>
        </mc:Fallback>
      </mc:AlternateContent>
      <p:pic>
        <p:nvPicPr>
          <p:cNvPr id="5" name="Picture 4" descr="b1.&#10;&#10;AI-generated content may be incorrect.">
            <a:extLst>
              <a:ext uri="{FF2B5EF4-FFF2-40B4-BE49-F238E27FC236}">
                <a16:creationId xmlns:a16="http://schemas.microsoft.com/office/drawing/2014/main" id="{C5C24063-4681-E694-4DE1-73A24A5A3CE5}"/>
              </a:ext>
            </a:extLst>
          </p:cNvPr>
          <p:cNvPicPr>
            <a:picLocks noChangeAspect="1"/>
          </p:cNvPicPr>
          <p:nvPr/>
        </p:nvPicPr>
        <p:blipFill>
          <a:blip r:embed="rId3"/>
          <a:stretch>
            <a:fillRect/>
          </a:stretch>
        </p:blipFill>
        <p:spPr>
          <a:xfrm>
            <a:off x="6619733" y="609600"/>
            <a:ext cx="3756581" cy="2729696"/>
          </a:xfrm>
          <a:prstGeom prst="rect">
            <a:avLst/>
          </a:prstGeom>
        </p:spPr>
      </p:pic>
      <p:pic>
        <p:nvPicPr>
          <p:cNvPr id="7" name="Picture 6" descr="The image depicts a geometric diagram illustrating mathematical relationships, including an equation E1b￢ﾉﾤC and variables B1, B2, and b1, along with a figure numbered 12.&#10;&#10;AI-generated content may be incorrect.">
            <a:extLst>
              <a:ext uri="{FF2B5EF4-FFF2-40B4-BE49-F238E27FC236}">
                <a16:creationId xmlns:a16="http://schemas.microsoft.com/office/drawing/2014/main" id="{CF208DCE-C69E-FF05-70B6-A2763DBAA73F}"/>
              </a:ext>
            </a:extLst>
          </p:cNvPr>
          <p:cNvPicPr>
            <a:picLocks noChangeAspect="1"/>
          </p:cNvPicPr>
          <p:nvPr/>
        </p:nvPicPr>
        <p:blipFill>
          <a:blip r:embed="rId4"/>
          <a:stretch>
            <a:fillRect/>
          </a:stretch>
        </p:blipFill>
        <p:spPr>
          <a:xfrm>
            <a:off x="6619733" y="3480063"/>
            <a:ext cx="4067771" cy="3012812"/>
          </a:xfrm>
          <a:prstGeom prst="rect">
            <a:avLst/>
          </a:prstGeom>
        </p:spPr>
      </p:pic>
    </p:spTree>
    <p:extLst>
      <p:ext uri="{BB962C8B-B14F-4D97-AF65-F5344CB8AC3E}">
        <p14:creationId xmlns:p14="http://schemas.microsoft.com/office/powerpoint/2010/main" val="4161968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553CB-2469-23AB-4CE8-9D51DD75CA14}"/>
              </a:ext>
            </a:extLst>
          </p:cNvPr>
          <p:cNvSpPr>
            <a:spLocks noGrp="1"/>
          </p:cNvSpPr>
          <p:nvPr>
            <p:ph type="title"/>
          </p:nvPr>
        </p:nvSpPr>
        <p:spPr>
          <a:xfrm>
            <a:off x="424543" y="365125"/>
            <a:ext cx="10929257" cy="712561"/>
          </a:xfrm>
        </p:spPr>
        <p:txBody>
          <a:bodyPr/>
          <a:lstStyle/>
          <a:p>
            <a:r>
              <a:rPr lang="en-US" dirty="0"/>
              <a:t>LASSO and variable selection</a:t>
            </a:r>
            <a:endParaRPr lang="en-IN" dirty="0"/>
          </a:p>
        </p:txBody>
      </p:sp>
      <p:sp>
        <p:nvSpPr>
          <p:cNvPr id="3" name="Content Placeholder 2">
            <a:extLst>
              <a:ext uri="{FF2B5EF4-FFF2-40B4-BE49-F238E27FC236}">
                <a16:creationId xmlns:a16="http://schemas.microsoft.com/office/drawing/2014/main" id="{E535DDD0-A615-9F05-32B6-20F7D684AEF7}"/>
              </a:ext>
            </a:extLst>
          </p:cNvPr>
          <p:cNvSpPr>
            <a:spLocks noGrp="1"/>
          </p:cNvSpPr>
          <p:nvPr>
            <p:ph idx="1"/>
          </p:nvPr>
        </p:nvSpPr>
        <p:spPr>
          <a:xfrm>
            <a:off x="217714" y="1230086"/>
            <a:ext cx="11658600" cy="5366657"/>
          </a:xfrm>
        </p:spPr>
        <p:txBody>
          <a:bodyPr/>
          <a:lstStyle/>
          <a:p>
            <a:r>
              <a:rPr lang="en-US" dirty="0"/>
              <a:t>LASSO shrinks some parameters to zero thereby doing automated variable selection</a:t>
            </a:r>
          </a:p>
          <a:p>
            <a:r>
              <a:rPr lang="en-US" dirty="0"/>
              <a:t>LASSO selects at most n variables but can work with k&gt;n</a:t>
            </a:r>
          </a:p>
          <a:p>
            <a:r>
              <a:rPr lang="en-US" dirty="0"/>
              <a:t>Application</a:t>
            </a:r>
          </a:p>
          <a:p>
            <a:pPr lvl="1">
              <a:buFont typeface="Courier New" panose="02070309020205020404" pitchFamily="49" charset="0"/>
              <a:buChar char="o"/>
            </a:pPr>
            <a:r>
              <a:rPr lang="en-US" dirty="0">
                <a:solidFill>
                  <a:srgbClr val="FF0000"/>
                </a:solidFill>
              </a:rPr>
              <a:t>Narayan et al ####: Doing WEAI with few questions</a:t>
            </a:r>
            <a:endParaRPr lang="en-IN" dirty="0">
              <a:solidFill>
                <a:srgbClr val="FF0000"/>
              </a:solidFill>
            </a:endParaRPr>
          </a:p>
        </p:txBody>
      </p:sp>
    </p:spTree>
    <p:extLst>
      <p:ext uri="{BB962C8B-B14F-4D97-AF65-F5344CB8AC3E}">
        <p14:creationId xmlns:p14="http://schemas.microsoft.com/office/powerpoint/2010/main" val="2510788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1F6A7-10B7-3104-A0E7-7EF0DDD6019E}"/>
              </a:ext>
            </a:extLst>
          </p:cNvPr>
          <p:cNvSpPr>
            <a:spLocks noGrp="1"/>
          </p:cNvSpPr>
          <p:nvPr>
            <p:ph type="title"/>
          </p:nvPr>
        </p:nvSpPr>
        <p:spPr/>
        <p:txBody>
          <a:bodyPr/>
          <a:lstStyle/>
          <a:p>
            <a:r>
              <a:rPr lang="en-US" dirty="0"/>
              <a:t>Other shrinkage estimators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FB375D-C585-C299-B2CE-555E784EE477}"/>
                  </a:ext>
                </a:extLst>
              </p:cNvPr>
              <p:cNvSpPr>
                <a:spLocks noGrp="1"/>
              </p:cNvSpPr>
              <p:nvPr>
                <p:ph idx="1"/>
              </p:nvPr>
            </p:nvSpPr>
            <p:spPr/>
            <p:txBody>
              <a:bodyPr>
                <a:normAutofit fontScale="92500" lnSpcReduction="20000"/>
              </a:bodyPr>
              <a:lstStyle/>
              <a:p>
                <a:r>
                  <a:rPr lang="en-US" b="1" dirty="0">
                    <a:solidFill>
                      <a:srgbClr val="FF0000"/>
                    </a:solidFill>
                  </a:rPr>
                  <a:t>Elastic Net: LASSO with a ridge</a:t>
                </a:r>
                <a:endParaRPr lang="en-US" b="1" i="1" dirty="0">
                  <a:solidFill>
                    <a:srgbClr val="FF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𝑏</m:t>
                              </m:r>
                            </m:lim>
                          </m:limLow>
                        </m:fName>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𝑏</m:t>
                                      </m:r>
                                    </m:e>
                                  </m:d>
                                </m:e>
                                <m:sup>
                                  <m:r>
                                    <a:rPr lang="en-US" b="0" i="1" smtClean="0">
                                      <a:latin typeface="Cambria Math" panose="02040503050406030204" pitchFamily="18" charset="0"/>
                                    </a:rPr>
                                    <m:t>2</m:t>
                                  </m:r>
                                </m:sup>
                              </m:sSup>
                            </m:e>
                          </m:nary>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𝜆</m:t>
                              </m:r>
                            </m:e>
                            <m:sub>
                              <m:r>
                                <a:rPr lang="en-US" b="0" i="1" smtClean="0">
                                  <a:solidFill>
                                    <a:srgbClr val="FF0000"/>
                                  </a:solidFill>
                                  <a:latin typeface="Cambria Math" panose="02040503050406030204" pitchFamily="18" charset="0"/>
                                </a:rPr>
                                <m:t>1</m:t>
                              </m:r>
                            </m:sub>
                          </m:sSub>
                          <m:nary>
                            <m:naryPr>
                              <m:chr m:val="∑"/>
                              <m:supHide m:val="on"/>
                              <m:ctrlPr>
                                <a:rPr lang="en-US" b="0" i="1" smtClean="0">
                                  <a:solidFill>
                                    <a:srgbClr val="FF0000"/>
                                  </a:solidFill>
                                  <a:latin typeface="Cambria Math" panose="02040503050406030204" pitchFamily="18" charset="0"/>
                                </a:rPr>
                              </m:ctrlPr>
                            </m:naryPr>
                            <m:sub>
                              <m:r>
                                <a:rPr lang="en-US" b="0" i="1" smtClean="0">
                                  <a:solidFill>
                                    <a:srgbClr val="FF0000"/>
                                  </a:solidFill>
                                  <a:latin typeface="Cambria Math" panose="02040503050406030204" pitchFamily="18" charset="0"/>
                                </a:rPr>
                                <m:t>𝑗</m:t>
                              </m:r>
                            </m:sub>
                            <m:sup/>
                            <m:e>
                              <m:d>
                                <m:dPr>
                                  <m:begChr m:val="|"/>
                                  <m:endChr m:val="|"/>
                                  <m:ctrlPr>
                                    <a:rPr lang="en-US" b="0" i="1" smtClean="0">
                                      <a:solidFill>
                                        <a:srgbClr val="FF0000"/>
                                      </a:solidFill>
                                      <a:latin typeface="Cambria Math" panose="02040503050406030204" pitchFamily="18" charset="0"/>
                                    </a:rPr>
                                  </m:ctrlPr>
                                </m:dPr>
                                <m:e>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𝑏</m:t>
                                      </m:r>
                                    </m:e>
                                    <m:sub>
                                      <m:r>
                                        <a:rPr lang="en-US" b="0" i="1" smtClean="0">
                                          <a:solidFill>
                                            <a:srgbClr val="FF0000"/>
                                          </a:solidFill>
                                          <a:latin typeface="Cambria Math" panose="02040503050406030204" pitchFamily="18" charset="0"/>
                                        </a:rPr>
                                        <m:t>𝑗</m:t>
                                      </m:r>
                                    </m:sub>
                                  </m:sSub>
                                </m:e>
                              </m:d>
                            </m:e>
                          </m:nary>
                        </m:e>
                      </m:func>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𝜆</m:t>
                          </m:r>
                        </m:e>
                        <m:sub>
                          <m:r>
                            <a:rPr lang="en-US" b="0" i="1" smtClean="0">
                              <a:solidFill>
                                <a:srgbClr val="FF0000"/>
                              </a:solidFill>
                              <a:latin typeface="Cambria Math" panose="02040503050406030204" pitchFamily="18" charset="0"/>
                            </a:rPr>
                            <m:t>2</m:t>
                          </m:r>
                        </m:sub>
                      </m:sSub>
                      <m:nary>
                        <m:naryPr>
                          <m:chr m:val="∑"/>
                          <m:supHide m:val="on"/>
                          <m:ctrlPr>
                            <a:rPr lang="en-US" b="0" i="1" smtClean="0">
                              <a:solidFill>
                                <a:srgbClr val="FF0000"/>
                              </a:solidFill>
                              <a:latin typeface="Cambria Math" panose="02040503050406030204" pitchFamily="18" charset="0"/>
                            </a:rPr>
                          </m:ctrlPr>
                        </m:naryPr>
                        <m:sub>
                          <m:r>
                            <a:rPr lang="en-US" b="0" i="1" smtClean="0">
                              <a:solidFill>
                                <a:srgbClr val="FF0000"/>
                              </a:solidFill>
                              <a:latin typeface="Cambria Math" panose="02040503050406030204" pitchFamily="18" charset="0"/>
                            </a:rPr>
                            <m:t>𝑗</m:t>
                          </m:r>
                        </m:sub>
                        <m:sup/>
                        <m:e>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𝑏</m:t>
                              </m:r>
                            </m:e>
                            <m:sub>
                              <m:r>
                                <a:rPr lang="en-US" b="0" i="1" smtClean="0">
                                  <a:solidFill>
                                    <a:srgbClr val="FF0000"/>
                                  </a:solidFill>
                                  <a:latin typeface="Cambria Math" panose="02040503050406030204" pitchFamily="18" charset="0"/>
                                </a:rPr>
                                <m:t>𝑗</m:t>
                              </m:r>
                            </m:sub>
                            <m:sup>
                              <m:r>
                                <a:rPr lang="en-US" b="0" i="1" smtClean="0">
                                  <a:solidFill>
                                    <a:srgbClr val="FF0000"/>
                                  </a:solidFill>
                                  <a:latin typeface="Cambria Math" panose="02040503050406030204" pitchFamily="18" charset="0"/>
                                </a:rPr>
                                <m:t>2</m:t>
                              </m:r>
                            </m:sup>
                          </m:sSubSup>
                        </m:e>
                      </m:nary>
                    </m:oMath>
                  </m:oMathPara>
                </a14:m>
                <a:endParaRPr lang="en-IN" dirty="0"/>
              </a:p>
              <a:p>
                <a:r>
                  <a:rPr lang="en-IN" dirty="0"/>
                  <a:t>Benefits: Variable selection with LASSO penalty</a:t>
                </a:r>
              </a:p>
              <a:p>
                <a:r>
                  <a:rPr lang="en-IN" dirty="0"/>
                  <a:t>Can select &gt;n non-zero parameters due to Ridge penalty</a:t>
                </a:r>
              </a:p>
              <a:p>
                <a:r>
                  <a:rPr lang="en-IN" b="1" dirty="0">
                    <a:solidFill>
                      <a:srgbClr val="FF0000"/>
                    </a:solidFill>
                  </a:rPr>
                  <a:t>Adaptive LASSO</a:t>
                </a:r>
              </a:p>
              <a:p>
                <a:r>
                  <a:rPr lang="en-IN" dirty="0">
                    <a:solidFill>
                      <a:schemeClr val="tx1"/>
                    </a:solidFill>
                  </a:rPr>
                  <a:t>To penalize coefficient differently using a weighted penalty term</a:t>
                </a:r>
              </a:p>
              <a:p>
                <a:pPr marL="0" indent="0">
                  <a:buNone/>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𝜆</m:t>
                          </m:r>
                        </m:e>
                        <m:sub>
                          <m:r>
                            <a:rPr lang="en-US" b="0" i="1" smtClean="0">
                              <a:solidFill>
                                <a:schemeClr val="tx1"/>
                              </a:solidFill>
                              <a:latin typeface="Cambria Math" panose="02040503050406030204" pitchFamily="18" charset="0"/>
                            </a:rPr>
                            <m:t>1</m:t>
                          </m:r>
                        </m:sub>
                      </m:sSub>
                      <m:nary>
                        <m:naryPr>
                          <m:chr m:val="∑"/>
                          <m:supHide m:val="on"/>
                          <m:ctrlPr>
                            <a:rPr lang="en-US" i="1" smtClean="0">
                              <a:solidFill>
                                <a:schemeClr val="tx1"/>
                              </a:solidFill>
                              <a:latin typeface="Cambria Math" panose="02040503050406030204" pitchFamily="18" charset="0"/>
                            </a:rPr>
                          </m:ctrlPr>
                        </m:naryPr>
                        <m:sub>
                          <m:r>
                            <a:rPr lang="en-US" b="0" i="1" smtClean="0">
                              <a:solidFill>
                                <a:schemeClr val="tx1"/>
                              </a:solidFill>
                              <a:latin typeface="Cambria Math" panose="02040503050406030204" pitchFamily="18" charset="0"/>
                            </a:rPr>
                            <m:t>𝑗</m:t>
                          </m:r>
                        </m:sub>
                        <m:sup/>
                        <m:e>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𝛽</m:t>
                                  </m:r>
                                </m:e>
                              </m:acc>
                              <m:r>
                                <a:rPr lang="en-US" b="0" i="1" dirty="0" smtClean="0">
                                  <a:solidFill>
                                    <a:schemeClr val="tx1"/>
                                  </a:solidFill>
                                  <a:latin typeface="Cambria Math" panose="02040503050406030204" pitchFamily="18" charset="0"/>
                                </a:rPr>
                                <m:t>| </m:t>
                              </m:r>
                            </m:den>
                          </m:f>
                          <m:d>
                            <m:dPr>
                              <m:begChr m:val="|"/>
                              <m:endChr m:val="|"/>
                              <m:ctrlPr>
                                <a:rPr lang="en-US" i="1" smtClean="0">
                                  <a:solidFill>
                                    <a:schemeClr val="tx1"/>
                                  </a:solidFill>
                                  <a:latin typeface="Cambria Math" panose="02040503050406030204" pitchFamily="18" charset="0"/>
                                </a:rPr>
                              </m:ctrlPr>
                            </m:dPr>
                            <m:e>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𝑗</m:t>
                                  </m:r>
                                </m:sub>
                              </m:sSub>
                            </m:e>
                          </m:d>
                        </m:e>
                      </m:nary>
                    </m:oMath>
                  </m:oMathPara>
                </a14:m>
                <a:endParaRPr lang="en-IN" dirty="0">
                  <a:solidFill>
                    <a:srgbClr val="FF0000"/>
                  </a:solidFill>
                </a:endParaRPr>
              </a:p>
              <a:p>
                <a:pPr marL="0" indent="0">
                  <a:buNone/>
                </a:pPr>
                <a:r>
                  <a:rPr lang="en-IN" dirty="0">
                    <a:solidFill>
                      <a:srgbClr val="FF0000"/>
                    </a:solidFill>
                  </a:rPr>
                  <a:t>R packages: </a:t>
                </a:r>
                <a:r>
                  <a:rPr lang="en-US" dirty="0" err="1"/>
                  <a:t>Glmnet</a:t>
                </a:r>
                <a:r>
                  <a:rPr lang="en-US" dirty="0"/>
                  <a:t>, </a:t>
                </a:r>
                <a:r>
                  <a:rPr lang="en-US" dirty="0" err="1"/>
                  <a:t>elasticnet</a:t>
                </a:r>
                <a:r>
                  <a:rPr lang="en-US" dirty="0"/>
                  <a:t>, MASS (</a:t>
                </a:r>
                <a:r>
                  <a:rPr lang="en-US" dirty="0" err="1"/>
                  <a:t>lm.ridge</a:t>
                </a:r>
                <a:r>
                  <a:rPr lang="en-US" dirty="0"/>
                  <a:t> function), caret</a:t>
                </a:r>
                <a:endParaRPr lang="en-IN" dirty="0"/>
              </a:p>
              <a:p>
                <a:pPr marL="0" indent="0">
                  <a:buNone/>
                </a:pPr>
                <a:endParaRPr lang="en-IN" dirty="0">
                  <a:solidFill>
                    <a:srgbClr val="FF0000"/>
                  </a:solidFill>
                </a:endParaRPr>
              </a:p>
              <a:p>
                <a:endParaRPr lang="en-IN" dirty="0"/>
              </a:p>
            </p:txBody>
          </p:sp>
        </mc:Choice>
        <mc:Fallback xmlns="">
          <p:sp>
            <p:nvSpPr>
              <p:cNvPr id="3" name="Content Placeholder 2">
                <a:extLst>
                  <a:ext uri="{FF2B5EF4-FFF2-40B4-BE49-F238E27FC236}">
                    <a16:creationId xmlns:a16="http://schemas.microsoft.com/office/drawing/2014/main" id="{9FFB375D-C585-C299-B2CE-555E784EE477}"/>
                  </a:ext>
                </a:extLst>
              </p:cNvPr>
              <p:cNvSpPr>
                <a:spLocks noGrp="1" noRot="1" noChangeAspect="1" noMove="1" noResize="1" noEditPoints="1" noAdjustHandles="1" noChangeArrowheads="1" noChangeShapeType="1" noTextEdit="1"/>
              </p:cNvSpPr>
              <p:nvPr>
                <p:ph idx="1"/>
              </p:nvPr>
            </p:nvSpPr>
            <p:spPr>
              <a:blipFill>
                <a:blip r:embed="rId2"/>
                <a:stretch>
                  <a:fillRect l="-1043" t="-3501" b="-3221"/>
                </a:stretch>
              </a:blipFill>
            </p:spPr>
            <p:txBody>
              <a:bodyPr/>
              <a:lstStyle/>
              <a:p>
                <a:r>
                  <a:rPr lang="en-IN">
                    <a:noFill/>
                  </a:rPr>
                  <a:t> </a:t>
                </a:r>
              </a:p>
            </p:txBody>
          </p:sp>
        </mc:Fallback>
      </mc:AlternateContent>
    </p:spTree>
    <p:extLst>
      <p:ext uri="{BB962C8B-B14F-4D97-AF65-F5344CB8AC3E}">
        <p14:creationId xmlns:p14="http://schemas.microsoft.com/office/powerpoint/2010/main" val="21261684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51238-B08E-E520-B1A8-CE5DE4E65396}"/>
              </a:ext>
            </a:extLst>
          </p:cNvPr>
          <p:cNvSpPr>
            <a:spLocks noGrp="1"/>
          </p:cNvSpPr>
          <p:nvPr>
            <p:ph type="title"/>
          </p:nvPr>
        </p:nvSpPr>
        <p:spPr/>
        <p:txBody>
          <a:bodyPr/>
          <a:lstStyle/>
          <a:p>
            <a:r>
              <a:rPr lang="en-US" dirty="0"/>
              <a:t>Post-LASSO</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AC8963-6370-2836-5F84-AAA1AF49981E}"/>
                  </a:ext>
                </a:extLst>
              </p:cNvPr>
              <p:cNvSpPr>
                <a:spLocks noGrp="1"/>
              </p:cNvSpPr>
              <p:nvPr>
                <p:ph idx="1"/>
              </p:nvPr>
            </p:nvSpPr>
            <p:spPr/>
            <p:txBody>
              <a:bodyPr>
                <a:normAutofit fontScale="92500" lnSpcReduction="20000"/>
              </a:bodyPr>
              <a:lstStyle/>
              <a:p>
                <a:r>
                  <a:rPr lang="en-US" dirty="0"/>
                  <a:t>Start with some general model with </a:t>
                </a:r>
                <a14:m>
                  <m:oMath xmlns:m="http://schemas.openxmlformats.org/officeDocument/2006/math">
                    <m:r>
                      <a:rPr lang="en-US" b="0" i="1" smtClean="0">
                        <a:latin typeface="Cambria Math" panose="02040503050406030204" pitchFamily="18" charset="0"/>
                      </a:rPr>
                      <m:t>𝑝</m:t>
                    </m:r>
                  </m:oMath>
                </a14:m>
                <a:r>
                  <a:rPr lang="en-IN" dirty="0"/>
                  <a:t> predictors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r>
                            <a:rPr lang="en-US" b="0" i="1" smtClean="0">
                              <a:latin typeface="Cambria Math" panose="02040503050406030204" pitchFamily="18" charset="0"/>
                            </a:rPr>
                            <m:t>𝑝</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oMath>
                  </m:oMathPara>
                </a14:m>
                <a:endParaRPr lang="en-IN" dirty="0"/>
              </a:p>
              <a:p>
                <a:pPr marL="0" indent="0">
                  <a:buNone/>
                </a:pPr>
                <a:r>
                  <a:rPr lang="en-IN" dirty="0"/>
                  <a:t>If we select </a:t>
                </a:r>
                <a14:m>
                  <m:oMath xmlns:m="http://schemas.openxmlformats.org/officeDocument/2006/math">
                    <m:r>
                      <a:rPr lang="en-US" b="0" i="1" smtClean="0">
                        <a:latin typeface="Cambria Math" panose="02040503050406030204" pitchFamily="18" charset="0"/>
                      </a:rPr>
                      <m:t>𝑠</m:t>
                    </m:r>
                  </m:oMath>
                </a14:m>
                <a:r>
                  <a:rPr lang="en-IN" dirty="0"/>
                  <a:t> out of </a:t>
                </a:r>
                <a14:m>
                  <m:oMath xmlns:m="http://schemas.openxmlformats.org/officeDocument/2006/math">
                    <m:r>
                      <a:rPr lang="en-US" b="0" i="1" smtClean="0">
                        <a:latin typeface="Cambria Math" panose="02040503050406030204" pitchFamily="18" charset="0"/>
                      </a:rPr>
                      <m:t>𝑝</m:t>
                    </m:r>
                  </m:oMath>
                </a14:m>
                <a:r>
                  <a:rPr lang="en-IN" dirty="0"/>
                  <a:t> possible predictors</a:t>
                </a:r>
              </a:p>
              <a:p>
                <a:pPr marL="0" indent="0">
                  <a:buNone/>
                </a:pPr>
                <a:r>
                  <a:rPr lang="en-IN" dirty="0"/>
                  <a:t>We then get a fitted model</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𝛽</m:t>
                              </m:r>
                            </m:e>
                            <m:sub>
                              <m:r>
                                <a:rPr lang="en-US" b="0" i="1" dirty="0" smtClean="0">
                                  <a:latin typeface="Cambria Math" panose="02040503050406030204" pitchFamily="18" charset="0"/>
                                </a:rPr>
                                <m:t>0</m:t>
                              </m:r>
                            </m:sub>
                          </m:sSub>
                        </m:e>
                      </m:acc>
                      <m:r>
                        <a:rPr lang="en-US" b="0" i="1" dirty="0" smtClean="0">
                          <a:latin typeface="Cambria Math" panose="02040503050406030204" pitchFamily="18" charset="0"/>
                        </a:rPr>
                        <m:t>+</m:t>
                      </m:r>
                      <m:nary>
                        <m:naryPr>
                          <m:chr m:val="∑"/>
                          <m:supHide m:val="on"/>
                          <m:ctrlPr>
                            <a:rPr lang="en-US" b="0" i="1" dirty="0" smtClean="0">
                              <a:latin typeface="Cambria Math" panose="02040503050406030204" pitchFamily="18" charset="0"/>
                            </a:rPr>
                          </m:ctrlPr>
                        </m:naryPr>
                        <m:sub>
                          <m:r>
                            <a:rPr lang="en-US" b="0" i="1" dirty="0" smtClean="0">
                              <a:latin typeface="Cambria Math" panose="02040503050406030204" pitchFamily="18" charset="0"/>
                            </a:rPr>
                            <m:t>𝑗</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𝛽</m:t>
                              </m:r>
                            </m:e>
                            <m:sub>
                              <m:r>
                                <a:rPr lang="en-US" b="0" i="1" dirty="0" smtClean="0">
                                  <a:latin typeface="Cambria Math" panose="02040503050406030204" pitchFamily="18" charset="0"/>
                                </a:rPr>
                                <m:t>𝑗</m:t>
                              </m:r>
                            </m:sub>
                          </m:sSub>
                          <m:r>
                            <a:rPr lang="en-US" b="0" i="1" dirty="0" smtClean="0">
                              <a:latin typeface="Cambria Math" panose="02040503050406030204" pitchFamily="18" charset="0"/>
                            </a:rPr>
                            <m:t>!=0</m:t>
                          </m:r>
                        </m:sub>
                        <m:sup/>
                        <m:e>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𝛽</m:t>
                                  </m:r>
                                </m:e>
                                <m:sub>
                                  <m:r>
                                    <a:rPr lang="en-US" b="0" i="1" dirty="0" smtClean="0">
                                      <a:latin typeface="Cambria Math" panose="02040503050406030204" pitchFamily="18" charset="0"/>
                                    </a:rPr>
                                    <m:t>𝑗</m:t>
                                  </m:r>
                                </m:sub>
                              </m:sSub>
                            </m:e>
                          </m:acc>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𝑗</m:t>
                              </m:r>
                            </m:sub>
                          </m:sSub>
                        </m:e>
                      </m:nary>
                    </m:oMath>
                  </m:oMathPara>
                </a14:m>
                <a:endParaRPr lang="en-IN" dirty="0"/>
              </a:p>
              <a:p>
                <a:r>
                  <a:rPr lang="en-IN" dirty="0"/>
                  <a:t>Reduce bias by using OLS post- LASSO</a:t>
                </a:r>
              </a:p>
              <a:p>
                <a:pPr lvl="1">
                  <a:buFont typeface="Courier New" panose="02070309020205020404" pitchFamily="49" charset="0"/>
                  <a:buChar char="o"/>
                </a:pPr>
                <a:r>
                  <a:rPr lang="en-IN" dirty="0"/>
                  <a:t>Use LASSO to estimate the main model, letting it do variable selection</a:t>
                </a:r>
              </a:p>
              <a:p>
                <a:pPr lvl="1">
                  <a:buFont typeface="Courier New" panose="02070309020205020404" pitchFamily="49" charset="0"/>
                  <a:buChar char="o"/>
                </a:pPr>
                <a:r>
                  <a:rPr lang="en-IN" dirty="0"/>
                  <a:t>Estimate the main model with selected variables from step 1. This time use OLS </a:t>
                </a:r>
              </a:p>
            </p:txBody>
          </p:sp>
        </mc:Choice>
        <mc:Fallback xmlns="">
          <p:sp>
            <p:nvSpPr>
              <p:cNvPr id="3" name="Content Placeholder 2">
                <a:extLst>
                  <a:ext uri="{FF2B5EF4-FFF2-40B4-BE49-F238E27FC236}">
                    <a16:creationId xmlns:a16="http://schemas.microsoft.com/office/drawing/2014/main" id="{3FAC8963-6370-2836-5F84-AAA1AF49981E}"/>
                  </a:ext>
                </a:extLst>
              </p:cNvPr>
              <p:cNvSpPr>
                <a:spLocks noGrp="1" noRot="1" noChangeAspect="1" noMove="1" noResize="1" noEditPoints="1" noAdjustHandles="1" noChangeArrowheads="1" noChangeShapeType="1" noTextEdit="1"/>
              </p:cNvSpPr>
              <p:nvPr>
                <p:ph idx="1"/>
              </p:nvPr>
            </p:nvSpPr>
            <p:spPr>
              <a:blipFill>
                <a:blip r:embed="rId2"/>
                <a:stretch>
                  <a:fillRect l="-1043" t="-3501" r="-232"/>
                </a:stretch>
              </a:blipFill>
            </p:spPr>
            <p:txBody>
              <a:bodyPr/>
              <a:lstStyle/>
              <a:p>
                <a:r>
                  <a:rPr lang="en-IN">
                    <a:noFill/>
                  </a:rPr>
                  <a:t> </a:t>
                </a:r>
              </a:p>
            </p:txBody>
          </p:sp>
        </mc:Fallback>
      </mc:AlternateContent>
    </p:spTree>
    <p:extLst>
      <p:ext uri="{BB962C8B-B14F-4D97-AF65-F5344CB8AC3E}">
        <p14:creationId xmlns:p14="http://schemas.microsoft.com/office/powerpoint/2010/main" val="1201727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0CA50-B1BD-A9AE-101E-DFA24F9F36FA}"/>
              </a:ext>
            </a:extLst>
          </p:cNvPr>
          <p:cNvSpPr>
            <a:spLocks noGrp="1"/>
          </p:cNvSpPr>
          <p:nvPr>
            <p:ph type="title"/>
          </p:nvPr>
        </p:nvSpPr>
        <p:spPr/>
        <p:txBody>
          <a:bodyPr/>
          <a:lstStyle/>
          <a:p>
            <a:r>
              <a:rPr lang="en-US" dirty="0"/>
              <a:t>Post-Double LASSO</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F5D961-AC78-B109-33E0-3535DFAD51E4}"/>
                  </a:ext>
                </a:extLst>
              </p:cNvPr>
              <p:cNvSpPr>
                <a:spLocks noGrp="1"/>
              </p:cNvSpPr>
              <p:nvPr>
                <p:ph idx="1"/>
              </p:nvPr>
            </p:nvSpPr>
            <p:spPr/>
            <p:txBody>
              <a:bodyPr>
                <a:normAutofit fontScale="92500" lnSpcReduction="20000"/>
              </a:bodyPr>
              <a:lstStyle/>
              <a:p>
                <a:r>
                  <a:rPr lang="en-US" dirty="0"/>
                  <a:t>If the first stage LASSO falsely sets a parameter to zero, there may be omitted variable bias in post-LASSO.</a:t>
                </a:r>
              </a:p>
              <a:p>
                <a:r>
                  <a:rPr lang="en-US" dirty="0"/>
                  <a:t>Belloni, </a:t>
                </a:r>
                <a:r>
                  <a:rPr lang="en-US" dirty="0" err="1"/>
                  <a:t>Chernozhukov</a:t>
                </a:r>
                <a:r>
                  <a:rPr lang="en-US" dirty="0"/>
                  <a:t> and Hansen propose a second LASSO with the treatment variable as the outcome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𝑡𝑟𝑒𝑎𝑡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0</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US" dirty="0"/>
              </a:p>
              <a:p>
                <a:r>
                  <a:rPr lang="en-US" dirty="0"/>
                  <a:t>Procedure</a:t>
                </a:r>
              </a:p>
              <a:p>
                <a:pPr lvl="1">
                  <a:buFont typeface="Courier New" panose="02070309020205020404" pitchFamily="49" charset="0"/>
                  <a:buChar char="o"/>
                </a:pPr>
                <a:r>
                  <a:rPr lang="en-US" dirty="0"/>
                  <a:t>Estimate LASSO with y as outcome</a:t>
                </a:r>
              </a:p>
              <a:p>
                <a:pPr lvl="1">
                  <a:buFont typeface="Courier New" panose="02070309020205020404" pitchFamily="49" charset="0"/>
                  <a:buChar char="o"/>
                </a:pPr>
                <a:r>
                  <a:rPr lang="en-US" dirty="0"/>
                  <a:t>Estimate LASSO with treatment variable as outcome</a:t>
                </a:r>
              </a:p>
              <a:p>
                <a:pPr lvl="1">
                  <a:buFont typeface="Courier New" panose="02070309020205020404" pitchFamily="49" charset="0"/>
                  <a:buChar char="o"/>
                </a:pPr>
                <a:r>
                  <a:rPr lang="en-US" dirty="0"/>
                  <a:t>Take union of variables selected via 1 and 2 (plus others researcher thinks is important)</a:t>
                </a:r>
              </a:p>
              <a:p>
                <a:pPr lvl="1">
                  <a:buFont typeface="Courier New" panose="02070309020205020404" pitchFamily="49" charset="0"/>
                  <a:buChar char="o"/>
                </a:pPr>
                <a:r>
                  <a:rPr lang="en-US" dirty="0"/>
                  <a:t>Estimate OLS with y as outcome and variables from step 3 as controls</a:t>
                </a:r>
              </a:p>
            </p:txBody>
          </p:sp>
        </mc:Choice>
        <mc:Fallback xmlns="">
          <p:sp>
            <p:nvSpPr>
              <p:cNvPr id="3" name="Content Placeholder 2">
                <a:extLst>
                  <a:ext uri="{FF2B5EF4-FFF2-40B4-BE49-F238E27FC236}">
                    <a16:creationId xmlns:a16="http://schemas.microsoft.com/office/drawing/2014/main" id="{AAF5D961-AC78-B109-33E0-3535DFAD51E4}"/>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IN">
                    <a:noFill/>
                  </a:rPr>
                  <a:t> </a:t>
                </a:r>
              </a:p>
            </p:txBody>
          </p:sp>
        </mc:Fallback>
      </mc:AlternateContent>
    </p:spTree>
    <p:extLst>
      <p:ext uri="{BB962C8B-B14F-4D97-AF65-F5344CB8AC3E}">
        <p14:creationId xmlns:p14="http://schemas.microsoft.com/office/powerpoint/2010/main" val="2365324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952F-C48D-100F-CDDA-239615FC53B1}"/>
              </a:ext>
            </a:extLst>
          </p:cNvPr>
          <p:cNvSpPr>
            <a:spLocks noGrp="1"/>
          </p:cNvSpPr>
          <p:nvPr>
            <p:ph type="title"/>
          </p:nvPr>
        </p:nvSpPr>
        <p:spPr/>
        <p:txBody>
          <a:bodyPr/>
          <a:lstStyle/>
          <a:p>
            <a:r>
              <a:rPr lang="en-US" dirty="0"/>
              <a:t>Post Double LASSO Applications</a:t>
            </a:r>
            <a:endParaRPr lang="en-IN" dirty="0"/>
          </a:p>
        </p:txBody>
      </p:sp>
      <p:sp>
        <p:nvSpPr>
          <p:cNvPr id="3" name="Content Placeholder 2">
            <a:extLst>
              <a:ext uri="{FF2B5EF4-FFF2-40B4-BE49-F238E27FC236}">
                <a16:creationId xmlns:a16="http://schemas.microsoft.com/office/drawing/2014/main" id="{B28CB603-801A-9C94-1430-388FA705EF72}"/>
              </a:ext>
            </a:extLst>
          </p:cNvPr>
          <p:cNvSpPr>
            <a:spLocks noGrp="1"/>
          </p:cNvSpPr>
          <p:nvPr>
            <p:ph idx="1"/>
          </p:nvPr>
        </p:nvSpPr>
        <p:spPr/>
        <p:txBody>
          <a:bodyPr/>
          <a:lstStyle/>
          <a:p>
            <a:r>
              <a:rPr lang="en-US" dirty="0"/>
              <a:t>Takeshima and Kishore 2026 Agricultural Systems</a:t>
            </a:r>
          </a:p>
          <a:p>
            <a:r>
              <a:rPr lang="en-US" dirty="0"/>
              <a:t>Spindler 2016 Journal of Econometrics: LASSO for instrumental variable selection: A replication study </a:t>
            </a:r>
            <a:endParaRPr lang="en-IN" dirty="0"/>
          </a:p>
        </p:txBody>
      </p:sp>
    </p:spTree>
    <p:extLst>
      <p:ext uri="{BB962C8B-B14F-4D97-AF65-F5344CB8AC3E}">
        <p14:creationId xmlns:p14="http://schemas.microsoft.com/office/powerpoint/2010/main" val="1846411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BC784-B8F9-8CAB-FCFD-1BBFED3B075B}"/>
              </a:ext>
            </a:extLst>
          </p:cNvPr>
          <p:cNvSpPr>
            <a:spLocks noGrp="1"/>
          </p:cNvSpPr>
          <p:nvPr>
            <p:ph type="ctrTitle"/>
          </p:nvPr>
        </p:nvSpPr>
        <p:spPr/>
        <p:txBody>
          <a:bodyPr/>
          <a:lstStyle/>
          <a:p>
            <a:r>
              <a:rPr lang="en-US" dirty="0"/>
              <a:t>Causal +ML</a:t>
            </a:r>
            <a:endParaRPr lang="en-IN" dirty="0"/>
          </a:p>
        </p:txBody>
      </p:sp>
      <p:sp>
        <p:nvSpPr>
          <p:cNvPr id="3" name="Subtitle 2">
            <a:extLst>
              <a:ext uri="{FF2B5EF4-FFF2-40B4-BE49-F238E27FC236}">
                <a16:creationId xmlns:a16="http://schemas.microsoft.com/office/drawing/2014/main" id="{13182998-56A0-D18A-0A6F-082F3F85F792}"/>
              </a:ext>
            </a:extLst>
          </p:cNvPr>
          <p:cNvSpPr>
            <a:spLocks noGrp="1"/>
          </p:cNvSpPr>
          <p:nvPr>
            <p:ph type="subTitle" idx="1"/>
          </p:nvPr>
        </p:nvSpPr>
        <p:spPr/>
        <p:txBody>
          <a:bodyPr/>
          <a:lstStyle/>
          <a:p>
            <a:r>
              <a:rPr lang="en-US" dirty="0"/>
              <a:t>Aka: Predicting counterfactuals</a:t>
            </a:r>
            <a:endParaRPr lang="en-IN" dirty="0"/>
          </a:p>
        </p:txBody>
      </p:sp>
    </p:spTree>
    <p:extLst>
      <p:ext uri="{BB962C8B-B14F-4D97-AF65-F5344CB8AC3E}">
        <p14:creationId xmlns:p14="http://schemas.microsoft.com/office/powerpoint/2010/main" val="3474305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E4EEE-F829-57A1-F8FE-5BADB99AE897}"/>
              </a:ext>
            </a:extLst>
          </p:cNvPr>
          <p:cNvSpPr>
            <a:spLocks noGrp="1"/>
          </p:cNvSpPr>
          <p:nvPr>
            <p:ph type="title"/>
          </p:nvPr>
        </p:nvSpPr>
        <p:spPr/>
        <p:txBody>
          <a:bodyPr/>
          <a:lstStyle/>
          <a:p>
            <a:r>
              <a:rPr lang="en-US" dirty="0"/>
              <a:t>ML. What is it good for? Prediction</a:t>
            </a:r>
            <a:endParaRPr lang="en-IN" dirty="0"/>
          </a:p>
        </p:txBody>
      </p:sp>
      <p:sp>
        <p:nvSpPr>
          <p:cNvPr id="3" name="Content Placeholder 2">
            <a:extLst>
              <a:ext uri="{FF2B5EF4-FFF2-40B4-BE49-F238E27FC236}">
                <a16:creationId xmlns:a16="http://schemas.microsoft.com/office/drawing/2014/main" id="{A027A152-D74F-0830-AEA9-FF7DE103F1ED}"/>
              </a:ext>
            </a:extLst>
          </p:cNvPr>
          <p:cNvSpPr>
            <a:spLocks noGrp="1"/>
          </p:cNvSpPr>
          <p:nvPr>
            <p:ph idx="1"/>
          </p:nvPr>
        </p:nvSpPr>
        <p:spPr/>
        <p:txBody>
          <a:bodyPr>
            <a:normAutofit lnSpcReduction="10000"/>
          </a:bodyPr>
          <a:lstStyle/>
          <a:p>
            <a:r>
              <a:rPr lang="en-US" dirty="0"/>
              <a:t>Collapse high-dimensional data down to something useful. Don’t care that much how it happens (if you care there is explainable ML/interpretable ML).</a:t>
            </a:r>
          </a:p>
          <a:p>
            <a:pPr lvl="1">
              <a:buFont typeface="Courier New" panose="02070309020205020404" pitchFamily="49" charset="0"/>
              <a:buChar char="o"/>
            </a:pPr>
            <a:r>
              <a:rPr lang="en-US" dirty="0"/>
              <a:t>Collapse pixels to single classification</a:t>
            </a:r>
          </a:p>
          <a:p>
            <a:pPr lvl="1">
              <a:buFont typeface="Courier New" panose="02070309020205020404" pitchFamily="49" charset="0"/>
              <a:buChar char="o"/>
            </a:pPr>
            <a:r>
              <a:rPr lang="en-US" dirty="0"/>
              <a:t>Collapse text down to sentiment or score</a:t>
            </a:r>
          </a:p>
          <a:p>
            <a:pPr lvl="1">
              <a:buFont typeface="Courier New" panose="02070309020205020404" pitchFamily="49" charset="0"/>
              <a:buChar char="o"/>
            </a:pPr>
            <a:r>
              <a:rPr lang="en-US" dirty="0"/>
              <a:t>Reduce large number of regressors to small and correct number</a:t>
            </a:r>
          </a:p>
          <a:p>
            <a:r>
              <a:rPr lang="en-US" dirty="0"/>
              <a:t>What if we want to predict a counterfactual? Important for causal inference</a:t>
            </a:r>
          </a:p>
          <a:p>
            <a:r>
              <a:rPr lang="en-US" dirty="0"/>
              <a:t>We have many ways to this</a:t>
            </a:r>
          </a:p>
          <a:p>
            <a:pPr lvl="1">
              <a:buFont typeface="Courier New" panose="02070309020205020404" pitchFamily="49" charset="0"/>
              <a:buChar char="o"/>
            </a:pPr>
            <a:r>
              <a:rPr lang="en-US" dirty="0"/>
              <a:t>RCT, regression controls, similar untreated entities via </a:t>
            </a:r>
            <a:r>
              <a:rPr lang="en-US" dirty="0" err="1"/>
              <a:t>maching</a:t>
            </a:r>
            <a:r>
              <a:rPr lang="en-US" dirty="0"/>
              <a:t>, Quasi-exp techniques, simulation via structural models, synthetic controls.</a:t>
            </a:r>
            <a:endParaRPr lang="en-IN" dirty="0"/>
          </a:p>
        </p:txBody>
      </p:sp>
    </p:spTree>
    <p:extLst>
      <p:ext uri="{BB962C8B-B14F-4D97-AF65-F5344CB8AC3E}">
        <p14:creationId xmlns:p14="http://schemas.microsoft.com/office/powerpoint/2010/main" val="993646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2DE0E-B76A-4C8E-DC95-E16BC131F878}"/>
              </a:ext>
            </a:extLst>
          </p:cNvPr>
          <p:cNvSpPr>
            <a:spLocks noGrp="1"/>
          </p:cNvSpPr>
          <p:nvPr>
            <p:ph type="title"/>
          </p:nvPr>
        </p:nvSpPr>
        <p:spPr/>
        <p:txBody>
          <a:bodyPr/>
          <a:lstStyle/>
          <a:p>
            <a:r>
              <a:rPr lang="en-US" dirty="0"/>
              <a:t>Idea: Use ML to predict counterfactual </a:t>
            </a:r>
            <a:endParaRPr lang="en-IN" dirty="0"/>
          </a:p>
        </p:txBody>
      </p:sp>
      <p:sp>
        <p:nvSpPr>
          <p:cNvPr id="3" name="Content Placeholder 2">
            <a:extLst>
              <a:ext uri="{FF2B5EF4-FFF2-40B4-BE49-F238E27FC236}">
                <a16:creationId xmlns:a16="http://schemas.microsoft.com/office/drawing/2014/main" id="{5B3D2849-52ED-37AE-A47E-8033B87A23B6}"/>
              </a:ext>
            </a:extLst>
          </p:cNvPr>
          <p:cNvSpPr>
            <a:spLocks noGrp="1"/>
          </p:cNvSpPr>
          <p:nvPr>
            <p:ph idx="1"/>
          </p:nvPr>
        </p:nvSpPr>
        <p:spPr/>
        <p:txBody>
          <a:bodyPr/>
          <a:lstStyle/>
          <a:p>
            <a:r>
              <a:rPr lang="en-US" dirty="0"/>
              <a:t>With panel data (Carvalho, Masini, </a:t>
            </a:r>
            <a:r>
              <a:rPr lang="en-US" dirty="0" err="1"/>
              <a:t>Medeiro</a:t>
            </a:r>
            <a:r>
              <a:rPr lang="en-US" dirty="0"/>
              <a:t> WP)</a:t>
            </a:r>
          </a:p>
          <a:p>
            <a:r>
              <a:rPr lang="en-US" dirty="0"/>
              <a:t>Train model of treated unit outcomes as </a:t>
            </a:r>
            <a:r>
              <a:rPr lang="en-US" dirty="0" err="1"/>
              <a:t>fuct</a:t>
            </a:r>
            <a:r>
              <a:rPr lang="en-US" dirty="0"/>
              <a:t> of control unit data in pre-treatment period</a:t>
            </a:r>
          </a:p>
          <a:p>
            <a:r>
              <a:rPr lang="en-US" dirty="0"/>
              <a:t>Use model 1 and post treatment observable data for control units to predict post treatment </a:t>
            </a:r>
            <a:r>
              <a:rPr lang="en-US" dirty="0" err="1"/>
              <a:t>counterfactural</a:t>
            </a:r>
            <a:r>
              <a:rPr lang="en-US" dirty="0"/>
              <a:t> for treated units</a:t>
            </a:r>
          </a:p>
          <a:p>
            <a:r>
              <a:rPr lang="en-US" dirty="0"/>
              <a:t>Compare predictions from 2 to actual outcomes to get estimates of treatment effects</a:t>
            </a:r>
            <a:endParaRPr lang="en-IN" dirty="0"/>
          </a:p>
        </p:txBody>
      </p:sp>
    </p:spTree>
    <p:extLst>
      <p:ext uri="{BB962C8B-B14F-4D97-AF65-F5344CB8AC3E}">
        <p14:creationId xmlns:p14="http://schemas.microsoft.com/office/powerpoint/2010/main" val="897588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1A192-C5FD-2B6C-6424-C6E55774C9B8}"/>
              </a:ext>
            </a:extLst>
          </p:cNvPr>
          <p:cNvSpPr>
            <a:spLocks noGrp="1"/>
          </p:cNvSpPr>
          <p:nvPr>
            <p:ph type="title"/>
          </p:nvPr>
        </p:nvSpPr>
        <p:spPr/>
        <p:txBody>
          <a:bodyPr/>
          <a:lstStyle/>
          <a:p>
            <a:r>
              <a:rPr lang="en-US" dirty="0"/>
              <a:t>ML as a tool for propensity score estimation </a:t>
            </a:r>
            <a:endParaRPr lang="en-IN" dirty="0"/>
          </a:p>
        </p:txBody>
      </p:sp>
      <p:sp>
        <p:nvSpPr>
          <p:cNvPr id="3" name="Content Placeholder 2">
            <a:extLst>
              <a:ext uri="{FF2B5EF4-FFF2-40B4-BE49-F238E27FC236}">
                <a16:creationId xmlns:a16="http://schemas.microsoft.com/office/drawing/2014/main" id="{6F9ACA32-B1D5-2621-C3D5-808F25227FCB}"/>
              </a:ext>
            </a:extLst>
          </p:cNvPr>
          <p:cNvSpPr>
            <a:spLocks noGrp="1"/>
          </p:cNvSpPr>
          <p:nvPr>
            <p:ph idx="1"/>
          </p:nvPr>
        </p:nvSpPr>
        <p:spPr/>
        <p:txBody>
          <a:bodyPr/>
          <a:lstStyle/>
          <a:p>
            <a:r>
              <a:rPr lang="en-US" dirty="0"/>
              <a:t>Instead of logit, profit or linear probability model in the first stage, one can use ML algorithms for propensity score estimation.</a:t>
            </a:r>
          </a:p>
          <a:p>
            <a:r>
              <a:rPr lang="en-US" dirty="0"/>
              <a:t>Benefits</a:t>
            </a:r>
          </a:p>
          <a:p>
            <a:pPr lvl="1">
              <a:buFont typeface="Courier New" panose="02070309020205020404" pitchFamily="49" charset="0"/>
              <a:buChar char="o"/>
            </a:pPr>
            <a:r>
              <a:rPr lang="en-US" dirty="0"/>
              <a:t>Flexibility</a:t>
            </a:r>
          </a:p>
          <a:p>
            <a:pPr lvl="1">
              <a:buFont typeface="Courier New" panose="02070309020205020404" pitchFamily="49" charset="0"/>
              <a:buChar char="o"/>
            </a:pPr>
            <a:r>
              <a:rPr lang="en-US" dirty="0"/>
              <a:t>Better balance, lower bias</a:t>
            </a:r>
            <a:endParaRPr lang="en-IN" dirty="0"/>
          </a:p>
          <a:p>
            <a:r>
              <a:rPr lang="en-IN" dirty="0"/>
              <a:t>Disadvantage: Algorithm choice, precision</a:t>
            </a:r>
            <a:endParaRPr lang="en-US" dirty="0"/>
          </a:p>
        </p:txBody>
      </p:sp>
    </p:spTree>
    <p:extLst>
      <p:ext uri="{BB962C8B-B14F-4D97-AF65-F5344CB8AC3E}">
        <p14:creationId xmlns:p14="http://schemas.microsoft.com/office/powerpoint/2010/main" val="1359186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855A-C763-E8A2-0E9C-19527BB88719}"/>
              </a:ext>
            </a:extLst>
          </p:cNvPr>
          <p:cNvSpPr>
            <a:spLocks noGrp="1"/>
          </p:cNvSpPr>
          <p:nvPr>
            <p:ph type="title"/>
          </p:nvPr>
        </p:nvSpPr>
        <p:spPr/>
        <p:txBody>
          <a:bodyPr/>
          <a:lstStyle/>
          <a:p>
            <a:r>
              <a:rPr lang="en-US" dirty="0"/>
              <a:t>Boosting </a:t>
            </a:r>
            <a:endParaRPr lang="en-IN" dirty="0"/>
          </a:p>
        </p:txBody>
      </p:sp>
      <p:sp>
        <p:nvSpPr>
          <p:cNvPr id="3" name="Content Placeholder 2">
            <a:extLst>
              <a:ext uri="{FF2B5EF4-FFF2-40B4-BE49-F238E27FC236}">
                <a16:creationId xmlns:a16="http://schemas.microsoft.com/office/drawing/2014/main" id="{ECA96248-F673-EBAF-8461-320FCE3BF901}"/>
              </a:ext>
            </a:extLst>
          </p:cNvPr>
          <p:cNvSpPr>
            <a:spLocks noGrp="1"/>
          </p:cNvSpPr>
          <p:nvPr>
            <p:ph idx="1"/>
          </p:nvPr>
        </p:nvSpPr>
        <p:spPr/>
        <p:txBody>
          <a:bodyPr/>
          <a:lstStyle/>
          <a:p>
            <a:r>
              <a:rPr lang="en-US" dirty="0"/>
              <a:t>Adaptive boosting</a:t>
            </a:r>
            <a:endParaRPr lang="en-IN" dirty="0"/>
          </a:p>
        </p:txBody>
      </p:sp>
    </p:spTree>
    <p:extLst>
      <p:ext uri="{BB962C8B-B14F-4D97-AF65-F5344CB8AC3E}">
        <p14:creationId xmlns:p14="http://schemas.microsoft.com/office/powerpoint/2010/main" val="3250643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1BD7-CED0-4C1C-4766-661D439A3B1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979661E-1D59-43E2-E7FC-E14D1282A1B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362882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9D5FE-62D4-1649-24BF-EFDFE250E307}"/>
              </a:ext>
            </a:extLst>
          </p:cNvPr>
          <p:cNvSpPr>
            <a:spLocks noGrp="1"/>
          </p:cNvSpPr>
          <p:nvPr>
            <p:ph type="title"/>
          </p:nvPr>
        </p:nvSpPr>
        <p:spPr/>
        <p:txBody>
          <a:bodyPr/>
          <a:lstStyle/>
          <a:p>
            <a:r>
              <a:rPr lang="en-US" dirty="0"/>
              <a:t>Lecture 3: Heterogenous Treatment Effects</a:t>
            </a:r>
            <a:endParaRPr lang="en-IN" dirty="0"/>
          </a:p>
        </p:txBody>
      </p:sp>
      <p:sp>
        <p:nvSpPr>
          <p:cNvPr id="3" name="Text Placeholder 2">
            <a:extLst>
              <a:ext uri="{FF2B5EF4-FFF2-40B4-BE49-F238E27FC236}">
                <a16:creationId xmlns:a16="http://schemas.microsoft.com/office/drawing/2014/main" id="{0B2A60FA-9C14-63B8-01EE-3C4E1D4C1C7C}"/>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284007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2BA2E-6303-BFDE-652A-E8ADCE3C5BE6}"/>
              </a:ext>
            </a:extLst>
          </p:cNvPr>
          <p:cNvSpPr>
            <a:spLocks noGrp="1"/>
          </p:cNvSpPr>
          <p:nvPr>
            <p:ph type="title"/>
          </p:nvPr>
        </p:nvSpPr>
        <p:spPr/>
        <p:txBody>
          <a:bodyPr/>
          <a:lstStyle/>
          <a:p>
            <a:r>
              <a:rPr lang="en-US" dirty="0"/>
              <a:t>Why study heterogenous policy effects?</a:t>
            </a:r>
            <a:endParaRPr lang="en-IN" dirty="0"/>
          </a:p>
        </p:txBody>
      </p:sp>
      <p:sp>
        <p:nvSpPr>
          <p:cNvPr id="3" name="Content Placeholder 2">
            <a:extLst>
              <a:ext uri="{FF2B5EF4-FFF2-40B4-BE49-F238E27FC236}">
                <a16:creationId xmlns:a16="http://schemas.microsoft.com/office/drawing/2014/main" id="{B0C8F103-F00F-008A-F6B0-D835FFAC8D41}"/>
              </a:ext>
            </a:extLst>
          </p:cNvPr>
          <p:cNvSpPr>
            <a:spLocks noGrp="1"/>
          </p:cNvSpPr>
          <p:nvPr>
            <p:ph idx="1"/>
          </p:nvPr>
        </p:nvSpPr>
        <p:spPr/>
        <p:txBody>
          <a:bodyPr/>
          <a:lstStyle/>
          <a:p>
            <a:r>
              <a:rPr lang="en-US" dirty="0"/>
              <a:t>Policies do no have uniform effects. They vary:</a:t>
            </a:r>
          </a:p>
          <a:p>
            <a:r>
              <a:rPr lang="en-US" dirty="0"/>
              <a:t>Spatially:</a:t>
            </a:r>
          </a:p>
          <a:p>
            <a:r>
              <a:rPr lang="en-US" dirty="0"/>
              <a:t>By firm</a:t>
            </a:r>
          </a:p>
          <a:p>
            <a:r>
              <a:rPr lang="en-US" dirty="0"/>
              <a:t>By individual</a:t>
            </a:r>
          </a:p>
          <a:p>
            <a:r>
              <a:rPr lang="en-US" dirty="0"/>
              <a:t>Can also vary by duration, time,…</a:t>
            </a:r>
          </a:p>
          <a:p>
            <a:pPr lvl="1">
              <a:buFont typeface="Courier New" panose="02070309020205020404" pitchFamily="49" charset="0"/>
              <a:buChar char="o"/>
            </a:pPr>
            <a:r>
              <a:rPr lang="en-US" dirty="0"/>
              <a:t>Form of heterogeneity may be useful in targeting future (changes to) policies</a:t>
            </a:r>
            <a:endParaRPr lang="en-IN" dirty="0"/>
          </a:p>
        </p:txBody>
      </p:sp>
    </p:spTree>
    <p:extLst>
      <p:ext uri="{BB962C8B-B14F-4D97-AF65-F5344CB8AC3E}">
        <p14:creationId xmlns:p14="http://schemas.microsoft.com/office/powerpoint/2010/main" val="521308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7C64E-60EC-F38D-89E3-5F863C6AC12D}"/>
              </a:ext>
            </a:extLst>
          </p:cNvPr>
          <p:cNvSpPr>
            <a:spLocks noGrp="1"/>
          </p:cNvSpPr>
          <p:nvPr>
            <p:ph type="title"/>
          </p:nvPr>
        </p:nvSpPr>
        <p:spPr/>
        <p:txBody>
          <a:bodyPr/>
          <a:lstStyle/>
          <a:p>
            <a:r>
              <a:rPr lang="en-US" dirty="0"/>
              <a:t>But we can study heterogeneity in other ways?</a:t>
            </a:r>
            <a:endParaRPr lang="en-IN" dirty="0"/>
          </a:p>
        </p:txBody>
      </p:sp>
      <p:sp>
        <p:nvSpPr>
          <p:cNvPr id="3" name="Text Placeholder 2">
            <a:extLst>
              <a:ext uri="{FF2B5EF4-FFF2-40B4-BE49-F238E27FC236}">
                <a16:creationId xmlns:a16="http://schemas.microsoft.com/office/drawing/2014/main" id="{417903F5-46DA-3DD6-3E3E-3997C423B8EF}"/>
              </a:ext>
            </a:extLst>
          </p:cNvPr>
          <p:cNvSpPr>
            <a:spLocks noGrp="1"/>
          </p:cNvSpPr>
          <p:nvPr>
            <p:ph type="body" idx="1"/>
          </p:nvPr>
        </p:nvSpPr>
        <p:spPr/>
        <p:txBody>
          <a:bodyPr/>
          <a:lstStyle/>
          <a:p>
            <a:r>
              <a:rPr lang="en-US" dirty="0"/>
              <a:t>Yes </a:t>
            </a:r>
            <a:endParaRPr lang="en-IN" dirty="0"/>
          </a:p>
        </p:txBody>
      </p:sp>
      <p:sp>
        <p:nvSpPr>
          <p:cNvPr id="4" name="Content Placeholder 3">
            <a:extLst>
              <a:ext uri="{FF2B5EF4-FFF2-40B4-BE49-F238E27FC236}">
                <a16:creationId xmlns:a16="http://schemas.microsoft.com/office/drawing/2014/main" id="{555A5E9C-EA14-3391-AC6E-B237FB4618ED}"/>
              </a:ext>
            </a:extLst>
          </p:cNvPr>
          <p:cNvSpPr>
            <a:spLocks noGrp="1"/>
          </p:cNvSpPr>
          <p:nvPr>
            <p:ph sz="half" idx="2"/>
          </p:nvPr>
        </p:nvSpPr>
        <p:spPr/>
        <p:txBody>
          <a:bodyPr>
            <a:normAutofit fontScale="92500" lnSpcReduction="10000"/>
          </a:bodyPr>
          <a:lstStyle/>
          <a:p>
            <a:r>
              <a:rPr lang="en-US" dirty="0"/>
              <a:t>Estimate models on subsamples</a:t>
            </a:r>
          </a:p>
          <a:p>
            <a:endParaRPr lang="en-US" dirty="0"/>
          </a:p>
          <a:p>
            <a:r>
              <a:rPr lang="en-US" dirty="0"/>
              <a:t>Interaction terms in models</a:t>
            </a:r>
          </a:p>
          <a:p>
            <a:endParaRPr lang="en-US" dirty="0"/>
          </a:p>
          <a:p>
            <a:r>
              <a:rPr lang="en-US" dirty="0"/>
              <a:t>Mixed effects or random effects models</a:t>
            </a:r>
          </a:p>
          <a:p>
            <a:endParaRPr lang="en-US" dirty="0"/>
          </a:p>
          <a:p>
            <a:r>
              <a:rPr lang="en-US" dirty="0"/>
              <a:t>Regression trees/Random forests</a:t>
            </a:r>
            <a:endParaRPr lang="en-IN" dirty="0"/>
          </a:p>
        </p:txBody>
      </p:sp>
      <p:sp>
        <p:nvSpPr>
          <p:cNvPr id="5" name="Text Placeholder 4">
            <a:extLst>
              <a:ext uri="{FF2B5EF4-FFF2-40B4-BE49-F238E27FC236}">
                <a16:creationId xmlns:a16="http://schemas.microsoft.com/office/drawing/2014/main" id="{8200B7A5-DA25-143A-1383-D859F5F61CC2}"/>
              </a:ext>
            </a:extLst>
          </p:cNvPr>
          <p:cNvSpPr>
            <a:spLocks noGrp="1"/>
          </p:cNvSpPr>
          <p:nvPr>
            <p:ph type="body" sz="quarter" idx="3"/>
          </p:nvPr>
        </p:nvSpPr>
        <p:spPr/>
        <p:txBody>
          <a:bodyPr/>
          <a:lstStyle/>
          <a:p>
            <a:r>
              <a:rPr lang="en-US" dirty="0"/>
              <a:t>But</a:t>
            </a:r>
            <a:endParaRPr lang="en-IN" dirty="0"/>
          </a:p>
        </p:txBody>
      </p:sp>
      <p:sp>
        <p:nvSpPr>
          <p:cNvPr id="6" name="Content Placeholder 5">
            <a:extLst>
              <a:ext uri="{FF2B5EF4-FFF2-40B4-BE49-F238E27FC236}">
                <a16:creationId xmlns:a16="http://schemas.microsoft.com/office/drawing/2014/main" id="{7A7C6BF0-9723-4C93-A431-F39320E9260D}"/>
              </a:ext>
            </a:extLst>
          </p:cNvPr>
          <p:cNvSpPr>
            <a:spLocks noGrp="1"/>
          </p:cNvSpPr>
          <p:nvPr>
            <p:ph sz="quarter" idx="4"/>
          </p:nvPr>
        </p:nvSpPr>
        <p:spPr/>
        <p:txBody>
          <a:bodyPr>
            <a:normAutofit fontScale="92500" lnSpcReduction="10000"/>
          </a:bodyPr>
          <a:lstStyle/>
          <a:p>
            <a:r>
              <a:rPr lang="en-US" dirty="0"/>
              <a:t>Which subsamples should we choose?</a:t>
            </a:r>
          </a:p>
          <a:p>
            <a:r>
              <a:rPr lang="en-US" dirty="0"/>
              <a:t>Which interaction terms do we include?</a:t>
            </a:r>
          </a:p>
          <a:p>
            <a:endParaRPr lang="en-US" dirty="0"/>
          </a:p>
          <a:p>
            <a:r>
              <a:rPr lang="en-US" dirty="0"/>
              <a:t>Is the chosen functional form right? Or parametric assumption right?</a:t>
            </a:r>
          </a:p>
          <a:p>
            <a:r>
              <a:rPr lang="en-US" dirty="0"/>
              <a:t>Predictive tools are not causal</a:t>
            </a:r>
          </a:p>
          <a:p>
            <a:endParaRPr lang="en-US" dirty="0"/>
          </a:p>
          <a:p>
            <a:endParaRPr lang="en-IN" dirty="0"/>
          </a:p>
        </p:txBody>
      </p:sp>
    </p:spTree>
    <p:extLst>
      <p:ext uri="{BB962C8B-B14F-4D97-AF65-F5344CB8AC3E}">
        <p14:creationId xmlns:p14="http://schemas.microsoft.com/office/powerpoint/2010/main" val="2905505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382BE-1BCE-3E2B-C207-9F797FB05B26}"/>
              </a:ext>
            </a:extLst>
          </p:cNvPr>
          <p:cNvSpPr>
            <a:spLocks noGrp="1"/>
          </p:cNvSpPr>
          <p:nvPr>
            <p:ph type="title"/>
          </p:nvPr>
        </p:nvSpPr>
        <p:spPr/>
        <p:txBody>
          <a:bodyPr/>
          <a:lstStyle/>
          <a:p>
            <a:r>
              <a:rPr lang="en-US" dirty="0"/>
              <a:t>Modeling challenge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2F0C7F-C704-EE43-F4EC-0B21E3EC63D0}"/>
                  </a:ext>
                </a:extLst>
              </p:cNvPr>
              <p:cNvSpPr>
                <a:spLocks noGrp="1"/>
              </p:cNvSpPr>
              <p:nvPr>
                <p:ph idx="1"/>
              </p:nvPr>
            </p:nvSpPr>
            <p:spPr/>
            <p:txBody>
              <a:bodyPr/>
              <a:lstStyle/>
              <a:p>
                <a:r>
                  <a:rPr lang="en-US" dirty="0"/>
                  <a:t>Single treatment effect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0</m:t>
                        </m:r>
                      </m:sub>
                    </m:sSub>
                  </m:oMath>
                </a14:m>
                <a:r>
                  <a:rPr lang="en-IN" dirty="0"/>
                  <a:t> model</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𝛾</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𝑖</m:t>
                          </m:r>
                        </m:sub>
                      </m:sSub>
                    </m:oMath>
                  </m:oMathPara>
                </a14:m>
                <a:endParaRPr lang="en-IN" dirty="0"/>
              </a:p>
              <a:p>
                <a:r>
                  <a:rPr lang="en-IN" dirty="0"/>
                  <a:t>Lots of specifications for heterogenous treatment effects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𝑥𝑖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𝛾</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𝑖</m:t>
                          </m:r>
                        </m:sub>
                      </m:sSub>
                    </m:oMath>
                  </m:oMathPara>
                </a14:m>
                <a:endParaRPr lang="en-IN" dirty="0"/>
              </a:p>
              <a:p>
                <a:r>
                  <a:rPr lang="en-IN" dirty="0"/>
                  <a:t>In general, we can write these models as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r>
                        <a:rPr lang="en-US" b="0" i="1" smtClean="0">
                          <a:latin typeface="Cambria Math" panose="02040503050406030204" pitchFamily="18" charset="0"/>
                        </a:rPr>
                        <m:t>𝜏</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r>
                        <a:rPr lang="en-US" b="0" i="1" smtClean="0">
                          <a:latin typeface="Cambria Math" panose="02040503050406030204" pitchFamily="18" charset="0"/>
                        </a:rPr>
                        <m:t>𝛾</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𝑖</m:t>
                          </m:r>
                        </m:sub>
                      </m:sSub>
                    </m:oMath>
                  </m:oMathPara>
                </a14:m>
                <a:endParaRPr lang="en-IN" dirty="0"/>
              </a:p>
              <a:p>
                <a:pPr marL="0" indent="0">
                  <a:buNone/>
                </a:pPr>
                <a:r>
                  <a:rPr lang="en-IN" dirty="0"/>
                  <a:t>Where </a:t>
                </a:r>
                <a14:m>
                  <m:oMath xmlns:m="http://schemas.openxmlformats.org/officeDocument/2006/math">
                    <m:r>
                      <a:rPr lang="en-US" b="0" i="1" smtClean="0">
                        <a:latin typeface="Cambria Math" panose="02040503050406030204" pitchFamily="18" charset="0"/>
                      </a:rPr>
                      <m:t>𝜏</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IN" dirty="0"/>
                  <a:t> represents the treatment effect for a unit with characteristics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a14:m>
                <a:endParaRPr lang="en-IN" dirty="0"/>
              </a:p>
            </p:txBody>
          </p:sp>
        </mc:Choice>
        <mc:Fallback xmlns="">
          <p:sp>
            <p:nvSpPr>
              <p:cNvPr id="3" name="Content Placeholder 2">
                <a:extLst>
                  <a:ext uri="{FF2B5EF4-FFF2-40B4-BE49-F238E27FC236}">
                    <a16:creationId xmlns:a16="http://schemas.microsoft.com/office/drawing/2014/main" id="{EC2F0C7F-C704-EE43-F4EC-0B21E3EC63D0}"/>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3002065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464811A-94AB-18B3-72EB-A9F153903BFE}"/>
                  </a:ext>
                </a:extLst>
              </p:cNvPr>
              <p:cNvSpPr>
                <a:spLocks noGrp="1"/>
              </p:cNvSpPr>
              <p:nvPr>
                <p:ph type="title"/>
              </p:nvPr>
            </p:nvSpPr>
            <p:spPr/>
            <p:txBody>
              <a:bodyPr/>
              <a:lstStyle/>
              <a:p>
                <a:r>
                  <a:rPr lang="en-US" dirty="0"/>
                  <a:t>What should we choose for </a:t>
                </a:r>
                <a14:m>
                  <m:oMath xmlns:m="http://schemas.openxmlformats.org/officeDocument/2006/math">
                    <m:r>
                      <a:rPr lang="en-US" b="0" i="1" smtClean="0">
                        <a:latin typeface="Cambria Math" panose="02040503050406030204" pitchFamily="18" charset="0"/>
                      </a:rPr>
                      <m:t>𝜏</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oMath>
                </a14:m>
                <a:endParaRPr lang="en-IN" dirty="0"/>
              </a:p>
            </p:txBody>
          </p:sp>
        </mc:Choice>
        <mc:Fallback xmlns="">
          <p:sp>
            <p:nvSpPr>
              <p:cNvPr id="2" name="Title 1">
                <a:extLst>
                  <a:ext uri="{FF2B5EF4-FFF2-40B4-BE49-F238E27FC236}">
                    <a16:creationId xmlns:a16="http://schemas.microsoft.com/office/drawing/2014/main" id="{1464811A-94AB-18B3-72EB-A9F153903BFE}"/>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805F97-FE1E-F357-3B09-B215593C295E}"/>
                  </a:ext>
                </a:extLst>
              </p:cNvPr>
              <p:cNvSpPr>
                <a:spLocks noGrp="1"/>
              </p:cNvSpPr>
              <p:nvPr>
                <p:ph idx="1"/>
              </p:nvPr>
            </p:nvSpPr>
            <p:spPr/>
            <p:txBody>
              <a:bodyPr/>
              <a:lstStyle/>
              <a:p>
                <a:r>
                  <a:rPr lang="en-US" dirty="0"/>
                  <a:t>Conventional wisdom</a:t>
                </a:r>
              </a:p>
              <a:p>
                <a:pPr lvl="1">
                  <a:buFont typeface="Courier New" panose="02070309020205020404" pitchFamily="49" charset="0"/>
                  <a:buChar char="o"/>
                </a:pPr>
                <a:r>
                  <a:rPr lang="en-US" dirty="0"/>
                  <a:t>Use theory</a:t>
                </a:r>
              </a:p>
              <a:p>
                <a:pPr lvl="1">
                  <a:buFont typeface="Courier New" panose="02070309020205020404" pitchFamily="49" charset="0"/>
                  <a:buChar char="o"/>
                </a:pPr>
                <a:r>
                  <a:rPr lang="en-US" dirty="0"/>
                  <a:t>Try few specifications to test different hypotheses</a:t>
                </a:r>
              </a:p>
              <a:p>
                <a:pPr lvl="1">
                  <a:buFont typeface="Courier New" panose="02070309020205020404" pitchFamily="49" charset="0"/>
                  <a:buChar char="o"/>
                </a:pPr>
                <a:r>
                  <a:rPr lang="en-US" dirty="0"/>
                  <a:t>Maybe use some specification tests</a:t>
                </a:r>
              </a:p>
              <a:p>
                <a:r>
                  <a:rPr lang="en-US" dirty="0"/>
                  <a:t>Athey and Imbens</a:t>
                </a:r>
              </a:p>
              <a:p>
                <a:pPr lvl="1">
                  <a:buFont typeface="Courier New" panose="02070309020205020404" pitchFamily="49" charset="0"/>
                  <a:buChar char="o"/>
                </a:pPr>
                <a:r>
                  <a:rPr lang="en-US" dirty="0"/>
                  <a:t>Assume we have controlled for enough (</a:t>
                </a:r>
                <a:r>
                  <a:rPr lang="en-US" dirty="0" err="1"/>
                  <a:t>ingorability</a:t>
                </a:r>
                <a:r>
                  <a:rPr lang="en-US" dirty="0"/>
                  <a:t>)</a:t>
                </a:r>
              </a:p>
              <a:p>
                <a:pPr lvl="1">
                  <a:buFont typeface="Courier New" panose="02070309020205020404" pitchFamily="49" charset="0"/>
                  <a:buChar char="o"/>
                </a:pPr>
                <a:r>
                  <a:rPr lang="en-US" dirty="0"/>
                  <a:t>Let a regression tree decide the form of </a:t>
                </a:r>
                <a14:m>
                  <m:oMath xmlns:m="http://schemas.openxmlformats.org/officeDocument/2006/math">
                    <m:r>
                      <a:rPr lang="en-US" b="0" i="1" smtClean="0">
                        <a:latin typeface="Cambria Math" panose="02040503050406030204" pitchFamily="18" charset="0"/>
                      </a:rPr>
                      <m:t>𝜏</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IN" dirty="0"/>
              </a:p>
            </p:txBody>
          </p:sp>
        </mc:Choice>
        <mc:Fallback xmlns="">
          <p:sp>
            <p:nvSpPr>
              <p:cNvPr id="3" name="Content Placeholder 2">
                <a:extLst>
                  <a:ext uri="{FF2B5EF4-FFF2-40B4-BE49-F238E27FC236}">
                    <a16:creationId xmlns:a16="http://schemas.microsoft.com/office/drawing/2014/main" id="{A1805F97-FE1E-F357-3B09-B215593C295E}"/>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7876210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2C1D7-727A-F430-7324-EEF321CCD608}"/>
              </a:ext>
            </a:extLst>
          </p:cNvPr>
          <p:cNvSpPr>
            <a:spLocks noGrp="1"/>
          </p:cNvSpPr>
          <p:nvPr>
            <p:ph type="title"/>
          </p:nvPr>
        </p:nvSpPr>
        <p:spPr/>
        <p:txBody>
          <a:bodyPr/>
          <a:lstStyle/>
          <a:p>
            <a:r>
              <a:rPr lang="en-US" dirty="0"/>
              <a:t>Idea, graphically</a:t>
            </a:r>
            <a:endParaRPr lang="en-IN"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892AEB5-8FBC-8DE2-1943-8D543294CCB0}"/>
                  </a:ext>
                </a:extLst>
              </p:cNvPr>
              <p:cNvSpPr>
                <a:spLocks noGrp="1"/>
              </p:cNvSpPr>
              <p:nvPr>
                <p:ph sz="half" idx="2"/>
              </p:nvPr>
            </p:nvSpPr>
            <p:spPr/>
            <p:txBody>
              <a:bodyPr>
                <a:normAutofit lnSpcReduction="10000"/>
              </a:bodyPr>
              <a:lstStyle/>
              <a:p>
                <a:r>
                  <a:rPr lang="en-US" dirty="0"/>
                  <a:t>Core estimation in each branch is still using econometric methods, assumptions.</a:t>
                </a:r>
              </a:p>
              <a:p>
                <a:r>
                  <a:rPr lang="en-US" dirty="0"/>
                  <a:t>Tree just helps us find subsamples where the treatment effect differs most across subsamples</a:t>
                </a:r>
              </a:p>
              <a:p>
                <a:r>
                  <a:rPr lang="en-US" dirty="0"/>
                  <a:t>When is this?</a:t>
                </a:r>
              </a:p>
              <a:p>
                <a:r>
                  <a:rPr lang="en-US" dirty="0"/>
                  <a:t>If we have unbiased estimators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𝐿</m:t>
                        </m:r>
                      </m:sub>
                    </m:sSub>
                  </m:oMath>
                </a14:m>
                <a:r>
                  <a:rPr lang="en-IN"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𝑅</m:t>
                        </m:r>
                      </m:sub>
                    </m:sSub>
                  </m:oMath>
                </a14:m>
                <a:endParaRPr lang="en-IN" dirty="0"/>
              </a:p>
            </p:txBody>
          </p:sp>
        </mc:Choice>
        <mc:Fallback xmlns="">
          <p:sp>
            <p:nvSpPr>
              <p:cNvPr id="4" name="Content Placeholder 3">
                <a:extLst>
                  <a:ext uri="{FF2B5EF4-FFF2-40B4-BE49-F238E27FC236}">
                    <a16:creationId xmlns:a16="http://schemas.microsoft.com/office/drawing/2014/main" id="{7892AEB5-8FBC-8DE2-1943-8D543294CCB0}"/>
                  </a:ext>
                </a:extLst>
              </p:cNvPr>
              <p:cNvSpPr>
                <a:spLocks noGrp="1" noRot="1" noChangeAspect="1" noMove="1" noResize="1" noEditPoints="1" noAdjustHandles="1" noChangeArrowheads="1" noChangeShapeType="1" noTextEdit="1"/>
              </p:cNvSpPr>
              <p:nvPr>
                <p:ph sz="half" idx="2"/>
              </p:nvPr>
            </p:nvSpPr>
            <p:spPr>
              <a:blipFill>
                <a:blip r:embed="rId2"/>
                <a:stretch>
                  <a:fillRect l="-2118" t="-3081" r="-3059" b="-1401"/>
                </a:stretch>
              </a:blipFill>
            </p:spPr>
            <p:txBody>
              <a:bodyPr/>
              <a:lstStyle/>
              <a:p>
                <a:r>
                  <a:rPr lang="en-IN">
                    <a:noFill/>
                  </a:rPr>
                  <a:t> </a:t>
                </a:r>
              </a:p>
            </p:txBody>
          </p:sp>
        </mc:Fallback>
      </mc:AlternateContent>
      <p:sp>
        <p:nvSpPr>
          <p:cNvPr id="5" name="Oval 4">
            <a:extLst>
              <a:ext uri="{FF2B5EF4-FFF2-40B4-BE49-F238E27FC236}">
                <a16:creationId xmlns:a16="http://schemas.microsoft.com/office/drawing/2014/main" id="{AF25389D-0E4E-BC25-B521-519CD6628CE9}"/>
              </a:ext>
            </a:extLst>
          </p:cNvPr>
          <p:cNvSpPr/>
          <p:nvPr/>
        </p:nvSpPr>
        <p:spPr>
          <a:xfrm>
            <a:off x="2520043" y="1569243"/>
            <a:ext cx="1164771" cy="1175657"/>
          </a:xfrm>
          <a:prstGeom prst="ellipse">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All data</a:t>
            </a:r>
            <a:endParaRPr lang="en-IN" dirty="0"/>
          </a:p>
        </p:txBody>
      </p:sp>
      <p:sp>
        <p:nvSpPr>
          <p:cNvPr id="6" name="Oval 5">
            <a:extLst>
              <a:ext uri="{FF2B5EF4-FFF2-40B4-BE49-F238E27FC236}">
                <a16:creationId xmlns:a16="http://schemas.microsoft.com/office/drawing/2014/main" id="{31E04472-1321-4C56-853D-12202047984B}"/>
              </a:ext>
            </a:extLst>
          </p:cNvPr>
          <p:cNvSpPr/>
          <p:nvPr/>
        </p:nvSpPr>
        <p:spPr>
          <a:xfrm>
            <a:off x="1006928" y="3882795"/>
            <a:ext cx="1164771" cy="1175657"/>
          </a:xfrm>
          <a:prstGeom prst="ellipse">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Data with x&lt;3</a:t>
            </a:r>
            <a:endParaRPr lang="en-IN" dirty="0"/>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0385460C-10E0-7C92-DEF6-109A659A67E0}"/>
                  </a:ext>
                </a:extLst>
              </p:cNvPr>
              <p:cNvSpPr/>
              <p:nvPr/>
            </p:nvSpPr>
            <p:spPr>
              <a:xfrm>
                <a:off x="4054930" y="3882794"/>
                <a:ext cx="1164770" cy="1175657"/>
              </a:xfrm>
              <a:prstGeom prst="ellipse">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Data with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≥3</m:t>
                    </m:r>
                  </m:oMath>
                </a14:m>
                <a:endParaRPr lang="en-IN" dirty="0"/>
              </a:p>
            </p:txBody>
          </p:sp>
        </mc:Choice>
        <mc:Fallback xmlns="">
          <p:sp>
            <p:nvSpPr>
              <p:cNvPr id="7" name="Oval 6">
                <a:extLst>
                  <a:ext uri="{FF2B5EF4-FFF2-40B4-BE49-F238E27FC236}">
                    <a16:creationId xmlns:a16="http://schemas.microsoft.com/office/drawing/2014/main" id="{0385460C-10E0-7C92-DEF6-109A659A67E0}"/>
                  </a:ext>
                </a:extLst>
              </p:cNvPr>
              <p:cNvSpPr>
                <a:spLocks noRot="1" noChangeAspect="1" noMove="1" noResize="1" noEditPoints="1" noAdjustHandles="1" noChangeArrowheads="1" noChangeShapeType="1" noTextEdit="1"/>
              </p:cNvSpPr>
              <p:nvPr/>
            </p:nvSpPr>
            <p:spPr>
              <a:xfrm>
                <a:off x="4054930" y="3882794"/>
                <a:ext cx="1164770" cy="1175657"/>
              </a:xfrm>
              <a:prstGeom prst="ellipse">
                <a:avLst/>
              </a:prstGeom>
              <a:blipFill>
                <a:blip r:embed="rId3"/>
                <a:stretch>
                  <a:fillRect/>
                </a:stretch>
              </a:blipFill>
              <a:ln w="38100"/>
            </p:spPr>
            <p:txBody>
              <a:bodyPr/>
              <a:lstStyle/>
              <a:p>
                <a:r>
                  <a:rPr lang="en-IN">
                    <a:noFill/>
                  </a:rPr>
                  <a:t> </a:t>
                </a:r>
              </a:p>
            </p:txBody>
          </p:sp>
        </mc:Fallback>
      </mc:AlternateContent>
      <p:cxnSp>
        <p:nvCxnSpPr>
          <p:cNvPr id="9" name="Connector: Elbow 8">
            <a:extLst>
              <a:ext uri="{FF2B5EF4-FFF2-40B4-BE49-F238E27FC236}">
                <a16:creationId xmlns:a16="http://schemas.microsoft.com/office/drawing/2014/main" id="{342682A8-5D9B-4E7A-D94C-4AE372387C24}"/>
              </a:ext>
            </a:extLst>
          </p:cNvPr>
          <p:cNvCxnSpPr>
            <a:stCxn id="5" idx="4"/>
            <a:endCxn id="6" idx="0"/>
          </p:cNvCxnSpPr>
          <p:nvPr/>
        </p:nvCxnSpPr>
        <p:spPr>
          <a:xfrm rot="5400000">
            <a:off x="1776925" y="2557290"/>
            <a:ext cx="1137895" cy="1513115"/>
          </a:xfrm>
          <a:prstGeom prst="bentConnector3">
            <a:avLst/>
          </a:prstGeom>
          <a:ln w="38100"/>
        </p:spPr>
        <p:style>
          <a:lnRef idx="2">
            <a:schemeClr val="accent1"/>
          </a:lnRef>
          <a:fillRef idx="0">
            <a:schemeClr val="accent1"/>
          </a:fillRef>
          <a:effectRef idx="1">
            <a:schemeClr val="accent1"/>
          </a:effectRef>
          <a:fontRef idx="minor">
            <a:schemeClr val="tx1"/>
          </a:fontRef>
        </p:style>
      </p:cxnSp>
      <p:cxnSp>
        <p:nvCxnSpPr>
          <p:cNvPr id="11" name="Connector: Elbow 10">
            <a:extLst>
              <a:ext uri="{FF2B5EF4-FFF2-40B4-BE49-F238E27FC236}">
                <a16:creationId xmlns:a16="http://schemas.microsoft.com/office/drawing/2014/main" id="{D4614BA0-B1D6-9955-1B7C-73674C1DDF25}"/>
              </a:ext>
            </a:extLst>
          </p:cNvPr>
          <p:cNvCxnSpPr>
            <a:cxnSpLocks/>
            <a:stCxn id="5" idx="4"/>
            <a:endCxn id="7" idx="0"/>
          </p:cNvCxnSpPr>
          <p:nvPr/>
        </p:nvCxnSpPr>
        <p:spPr>
          <a:xfrm rot="16200000" flipH="1">
            <a:off x="3300925" y="2546404"/>
            <a:ext cx="1137894" cy="1534886"/>
          </a:xfrm>
          <a:prstGeom prst="bentConnector3">
            <a:avLst/>
          </a:prstGeom>
          <a:ln w="38100"/>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32C6125-7038-68D6-DCB2-1312C21DC535}"/>
                  </a:ext>
                </a:extLst>
              </p:cNvPr>
              <p:cNvSpPr txBox="1"/>
              <p:nvPr/>
            </p:nvSpPr>
            <p:spPr>
              <a:xfrm>
                <a:off x="1006928" y="5399314"/>
                <a:ext cx="1366158" cy="369332"/>
              </a:xfrm>
              <a:prstGeom prst="rect">
                <a:avLst/>
              </a:prstGeom>
              <a:noFill/>
            </p:spPr>
            <p:txBody>
              <a:bodyPr wrap="square" rtlCol="0">
                <a:spAutoFit/>
              </a:bodyPr>
              <a:lstStyle/>
              <a:p>
                <a:r>
                  <a:rPr lang="en-US" dirty="0"/>
                  <a:t>Estimate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𝐿</m:t>
                        </m:r>
                      </m:sub>
                    </m:sSub>
                  </m:oMath>
                </a14:m>
                <a:endParaRPr lang="en-IN" dirty="0"/>
              </a:p>
            </p:txBody>
          </p:sp>
        </mc:Choice>
        <mc:Fallback xmlns="">
          <p:sp>
            <p:nvSpPr>
              <p:cNvPr id="12" name="TextBox 11">
                <a:extLst>
                  <a:ext uri="{FF2B5EF4-FFF2-40B4-BE49-F238E27FC236}">
                    <a16:creationId xmlns:a16="http://schemas.microsoft.com/office/drawing/2014/main" id="{332C6125-7038-68D6-DCB2-1312C21DC535}"/>
                  </a:ext>
                </a:extLst>
              </p:cNvPr>
              <p:cNvSpPr txBox="1">
                <a:spLocks noRot="1" noChangeAspect="1" noMove="1" noResize="1" noEditPoints="1" noAdjustHandles="1" noChangeArrowheads="1" noChangeShapeType="1" noTextEdit="1"/>
              </p:cNvSpPr>
              <p:nvPr/>
            </p:nvSpPr>
            <p:spPr>
              <a:xfrm>
                <a:off x="1006928" y="5399314"/>
                <a:ext cx="1366158" cy="369332"/>
              </a:xfrm>
              <a:prstGeom prst="rect">
                <a:avLst/>
              </a:prstGeom>
              <a:blipFill>
                <a:blip r:embed="rId4"/>
                <a:stretch>
                  <a:fillRect l="-3571" t="-8333" b="-28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81F78DD-AAC3-B641-9171-20C5D088C138}"/>
                  </a:ext>
                </a:extLst>
              </p:cNvPr>
              <p:cNvSpPr txBox="1"/>
              <p:nvPr/>
            </p:nvSpPr>
            <p:spPr>
              <a:xfrm>
                <a:off x="4177393" y="5410199"/>
                <a:ext cx="1366158" cy="369332"/>
              </a:xfrm>
              <a:prstGeom prst="rect">
                <a:avLst/>
              </a:prstGeom>
              <a:noFill/>
            </p:spPr>
            <p:txBody>
              <a:bodyPr wrap="square" rtlCol="0">
                <a:spAutoFit/>
              </a:bodyPr>
              <a:lstStyle/>
              <a:p>
                <a:r>
                  <a:rPr lang="en-US" dirty="0"/>
                  <a:t>Estimate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𝑅</m:t>
                        </m:r>
                      </m:sub>
                    </m:sSub>
                  </m:oMath>
                </a14:m>
                <a:endParaRPr lang="en-IN" dirty="0"/>
              </a:p>
            </p:txBody>
          </p:sp>
        </mc:Choice>
        <mc:Fallback xmlns="">
          <p:sp>
            <p:nvSpPr>
              <p:cNvPr id="13" name="TextBox 12">
                <a:extLst>
                  <a:ext uri="{FF2B5EF4-FFF2-40B4-BE49-F238E27FC236}">
                    <a16:creationId xmlns:a16="http://schemas.microsoft.com/office/drawing/2014/main" id="{281F78DD-AAC3-B641-9171-20C5D088C138}"/>
                  </a:ext>
                </a:extLst>
              </p:cNvPr>
              <p:cNvSpPr txBox="1">
                <a:spLocks noRot="1" noChangeAspect="1" noMove="1" noResize="1" noEditPoints="1" noAdjustHandles="1" noChangeArrowheads="1" noChangeShapeType="1" noTextEdit="1"/>
              </p:cNvSpPr>
              <p:nvPr/>
            </p:nvSpPr>
            <p:spPr>
              <a:xfrm>
                <a:off x="4177393" y="5410199"/>
                <a:ext cx="1366158" cy="369332"/>
              </a:xfrm>
              <a:prstGeom prst="rect">
                <a:avLst/>
              </a:prstGeom>
              <a:blipFill>
                <a:blip r:embed="rId5"/>
                <a:stretch>
                  <a:fillRect l="-3571" t="-6557" b="-262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0B66C02-8B2E-F1EC-F5B4-1E8F09CE180B}"/>
                  </a:ext>
                </a:extLst>
              </p:cNvPr>
              <p:cNvSpPr txBox="1"/>
              <p:nvPr/>
            </p:nvSpPr>
            <p:spPr>
              <a:xfrm>
                <a:off x="1828800" y="2960914"/>
                <a:ext cx="116477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&lt;3</m:t>
                      </m:r>
                    </m:oMath>
                  </m:oMathPara>
                </a14:m>
                <a:endParaRPr lang="en-IN" dirty="0"/>
              </a:p>
            </p:txBody>
          </p:sp>
        </mc:Choice>
        <mc:Fallback xmlns="">
          <p:sp>
            <p:nvSpPr>
              <p:cNvPr id="17" name="TextBox 16">
                <a:extLst>
                  <a:ext uri="{FF2B5EF4-FFF2-40B4-BE49-F238E27FC236}">
                    <a16:creationId xmlns:a16="http://schemas.microsoft.com/office/drawing/2014/main" id="{90B66C02-8B2E-F1EC-F5B4-1E8F09CE180B}"/>
                  </a:ext>
                </a:extLst>
              </p:cNvPr>
              <p:cNvSpPr txBox="1">
                <a:spLocks noRot="1" noChangeAspect="1" noMove="1" noResize="1" noEditPoints="1" noAdjustHandles="1" noChangeArrowheads="1" noChangeShapeType="1" noTextEdit="1"/>
              </p:cNvSpPr>
              <p:nvPr/>
            </p:nvSpPr>
            <p:spPr>
              <a:xfrm>
                <a:off x="1828800" y="2960914"/>
                <a:ext cx="1164771"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7F910BD-93CA-BE87-4F0D-59271316865E}"/>
                  </a:ext>
                </a:extLst>
              </p:cNvPr>
              <p:cNvSpPr txBox="1"/>
              <p:nvPr/>
            </p:nvSpPr>
            <p:spPr>
              <a:xfrm>
                <a:off x="3439886" y="2960914"/>
                <a:ext cx="1284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≥3</m:t>
                      </m:r>
                    </m:oMath>
                  </m:oMathPara>
                </a14:m>
                <a:endParaRPr lang="en-IN" dirty="0"/>
              </a:p>
            </p:txBody>
          </p:sp>
        </mc:Choice>
        <mc:Fallback xmlns="">
          <p:sp>
            <p:nvSpPr>
              <p:cNvPr id="18" name="TextBox 17">
                <a:extLst>
                  <a:ext uri="{FF2B5EF4-FFF2-40B4-BE49-F238E27FC236}">
                    <a16:creationId xmlns:a16="http://schemas.microsoft.com/office/drawing/2014/main" id="{E7F910BD-93CA-BE87-4F0D-59271316865E}"/>
                  </a:ext>
                </a:extLst>
              </p:cNvPr>
              <p:cNvSpPr txBox="1">
                <a:spLocks noRot="1" noChangeAspect="1" noMove="1" noResize="1" noEditPoints="1" noAdjustHandles="1" noChangeArrowheads="1" noChangeShapeType="1" noTextEdit="1"/>
              </p:cNvSpPr>
              <p:nvPr/>
            </p:nvSpPr>
            <p:spPr>
              <a:xfrm>
                <a:off x="3439886" y="2960914"/>
                <a:ext cx="1284514" cy="369332"/>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250040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EA093-121E-336C-365D-56FAD0E38384}"/>
              </a:ext>
            </a:extLst>
          </p:cNvPr>
          <p:cNvSpPr>
            <a:spLocks noGrp="1"/>
          </p:cNvSpPr>
          <p:nvPr>
            <p:ph type="title"/>
          </p:nvPr>
        </p:nvSpPr>
        <p:spPr/>
        <p:txBody>
          <a:bodyPr/>
          <a:lstStyle/>
          <a:p>
            <a:r>
              <a:rPr lang="en-US" dirty="0"/>
              <a:t>Causal tree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1BED86-F3CE-378C-C178-A328576F4E6E}"/>
                  </a:ext>
                </a:extLst>
              </p:cNvPr>
              <p:cNvSpPr>
                <a:spLocks noGrp="1"/>
              </p:cNvSpPr>
              <p:nvPr>
                <p:ph idx="1"/>
              </p:nvPr>
            </p:nvSpPr>
            <p:spPr/>
            <p:txBody>
              <a:bodyPr/>
              <a:lstStyle/>
              <a:p>
                <a:r>
                  <a:rPr lang="en-US" dirty="0"/>
                  <a:t>Goal: Use trees to predict treatment effect </a:t>
                </a:r>
                <a14:m>
                  <m:oMath xmlns:m="http://schemas.openxmlformats.org/officeDocument/2006/math">
                    <m:r>
                      <a:rPr lang="en-US" b="0" i="1" smtClean="0">
                        <a:latin typeface="Cambria Math" panose="02040503050406030204" pitchFamily="18" charset="0"/>
                      </a:rPr>
                      <m:t>𝜏</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IN" dirty="0"/>
                  <a:t>, not outcome </a:t>
                </a:r>
                <a14:m>
                  <m:oMath xmlns:m="http://schemas.openxmlformats.org/officeDocument/2006/math">
                    <m:r>
                      <a:rPr lang="en-US" b="0" i="1" smtClean="0">
                        <a:latin typeface="Cambria Math" panose="02040503050406030204" pitchFamily="18" charset="0"/>
                      </a:rPr>
                      <m:t>𝑦</m:t>
                    </m:r>
                  </m:oMath>
                </a14:m>
                <a:endParaRPr lang="en-IN" dirty="0"/>
              </a:p>
              <a:p>
                <a:r>
                  <a:rPr lang="en-IN" dirty="0"/>
                  <a:t>Say we observed </a:t>
                </a:r>
                <a14:m>
                  <m:oMath xmlns:m="http://schemas.openxmlformats.org/officeDocument/2006/math">
                    <m:r>
                      <a:rPr lang="en-US" b="0" i="1" smtClean="0">
                        <a:latin typeface="Cambria Math" panose="02040503050406030204" pitchFamily="18" charset="0"/>
                      </a:rPr>
                      <m:t>𝜏</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IN" dirty="0"/>
                  <a:t>. Just let tree predict </a:t>
                </a:r>
                <a14:m>
                  <m:oMath xmlns:m="http://schemas.openxmlformats.org/officeDocument/2006/math">
                    <m:r>
                      <a:rPr lang="en-US" b="0" i="1" smtClean="0">
                        <a:latin typeface="Cambria Math" panose="02040503050406030204" pitchFamily="18" charset="0"/>
                      </a:rPr>
                      <m:t>𝜏</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IN" dirty="0"/>
                  <a:t>, splitting on predictors </a:t>
                </a:r>
                <a14:m>
                  <m:oMath xmlns:m="http://schemas.openxmlformats.org/officeDocument/2006/math">
                    <m:r>
                      <a:rPr lang="en-US" b="0" i="1" smtClean="0">
                        <a:latin typeface="Cambria Math" panose="02040503050406030204" pitchFamily="18" charset="0"/>
                      </a:rPr>
                      <m:t>𝑥</m:t>
                    </m:r>
                  </m:oMath>
                </a14:m>
                <a:r>
                  <a:rPr lang="en-IN" dirty="0"/>
                  <a:t>.</a:t>
                </a:r>
              </a:p>
              <a:p>
                <a:r>
                  <a:rPr lang="en-IN" dirty="0"/>
                  <a:t>Key challenge: We don’t observe </a:t>
                </a:r>
                <a14:m>
                  <m:oMath xmlns:m="http://schemas.openxmlformats.org/officeDocument/2006/math">
                    <m:r>
                      <a:rPr lang="en-US" b="0" i="1" smtClean="0">
                        <a:latin typeface="Cambria Math" panose="02040503050406030204" pitchFamily="18" charset="0"/>
                      </a:rPr>
                      <m:t>𝜏</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IN" dirty="0"/>
              </a:p>
              <a:p>
                <a:r>
                  <a:rPr lang="en-IN" dirty="0"/>
                  <a:t>Idea: estimate </a:t>
                </a:r>
                <a14:m>
                  <m:oMath xmlns:m="http://schemas.openxmlformats.org/officeDocument/2006/math">
                    <m:r>
                      <a:rPr lang="en-US" b="0" i="1" smtClean="0">
                        <a:latin typeface="Cambria Math" panose="02040503050406030204" pitchFamily="18" charset="0"/>
                      </a:rPr>
                      <m:t>𝜏</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IN" dirty="0"/>
                  <a:t> with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oMath>
                </a14:m>
                <a:r>
                  <a:rPr lang="en-IN" dirty="0"/>
                  <a:t> and predict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oMath>
                </a14:m>
                <a:r>
                  <a:rPr lang="en-IN" dirty="0"/>
                  <a:t> still splitting on </a:t>
                </a:r>
                <a14:m>
                  <m:oMath xmlns:m="http://schemas.openxmlformats.org/officeDocument/2006/math">
                    <m:r>
                      <a:rPr lang="en-US" b="0" i="1" smtClean="0">
                        <a:latin typeface="Cambria Math" panose="02040503050406030204" pitchFamily="18" charset="0"/>
                      </a:rPr>
                      <m:t>𝑥</m:t>
                    </m:r>
                  </m:oMath>
                </a14:m>
                <a:endParaRPr lang="en-IN" dirty="0"/>
              </a:p>
              <a:p>
                <a:pPr lvl="1">
                  <a:buFont typeface="Courier New" panose="02070309020205020404" pitchFamily="49" charset="0"/>
                  <a:buChar char="o"/>
                </a:pPr>
                <a:r>
                  <a:rPr lang="en-IN" dirty="0"/>
                  <a:t>Assume conditional </a:t>
                </a:r>
                <a:r>
                  <a:rPr lang="en-IN" dirty="0" err="1"/>
                  <a:t>unconfoundedness</a:t>
                </a:r>
                <a:r>
                  <a:rPr lang="en-IN" dirty="0"/>
                  <a:t>/</a:t>
                </a:r>
                <a:r>
                  <a:rPr lang="en-IN" dirty="0" err="1"/>
                  <a:t>ignorability</a:t>
                </a:r>
                <a:endParaRPr lang="en-IN" dirty="0"/>
              </a:p>
              <a:p>
                <a:pPr lvl="1">
                  <a:buFont typeface="Courier New" panose="02070309020205020404" pitchFamily="49" charset="0"/>
                  <a:buChar char="o"/>
                </a:pPr>
                <a:r>
                  <a:rPr lang="en-IN" dirty="0"/>
                  <a:t>Use inverse propensity score weighting estimator within branches</a:t>
                </a:r>
              </a:p>
              <a:p>
                <a:pPr lvl="1">
                  <a:buFont typeface="Courier New" panose="02070309020205020404" pitchFamily="49" charset="0"/>
                  <a:buChar char="o"/>
                </a:pPr>
                <a:r>
                  <a:rPr lang="en-IN" dirty="0"/>
                  <a:t>Work out splitting criterion, cross validation criterion, SE estimation</a:t>
                </a:r>
              </a:p>
            </p:txBody>
          </p:sp>
        </mc:Choice>
        <mc:Fallback xmlns="">
          <p:sp>
            <p:nvSpPr>
              <p:cNvPr id="3" name="Content Placeholder 2">
                <a:extLst>
                  <a:ext uri="{FF2B5EF4-FFF2-40B4-BE49-F238E27FC236}">
                    <a16:creationId xmlns:a16="http://schemas.microsoft.com/office/drawing/2014/main" id="{251BED86-F3CE-378C-C178-A328576F4E6E}"/>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3352863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73A3D-67E1-043A-AA60-15AF61812E18}"/>
              </a:ext>
            </a:extLst>
          </p:cNvPr>
          <p:cNvSpPr>
            <a:spLocks noGrp="1"/>
          </p:cNvSpPr>
          <p:nvPr>
            <p:ph type="title"/>
          </p:nvPr>
        </p:nvSpPr>
        <p:spPr/>
        <p:txBody>
          <a:bodyPr/>
          <a:lstStyle/>
          <a:p>
            <a:r>
              <a:rPr lang="en-US" dirty="0"/>
              <a:t>Causal tree intuition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368048-1357-7215-9A68-924FBAE2B155}"/>
                  </a:ext>
                </a:extLst>
              </p:cNvPr>
              <p:cNvSpPr>
                <a:spLocks noGrp="1"/>
              </p:cNvSpPr>
              <p:nvPr>
                <p:ph idx="1"/>
              </p:nvPr>
            </p:nvSpPr>
            <p:spPr/>
            <p:txBody>
              <a:bodyPr>
                <a:normAutofit fontScale="92500" lnSpcReduction="20000"/>
              </a:bodyPr>
              <a:lstStyle/>
              <a:p>
                <a:r>
                  <a:rPr lang="en-US" dirty="0"/>
                  <a:t>Plain old regression trees split the sample to minimize squared prediction error</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𝑙𝑒𝑓𝑡</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acc>
                                </m:e>
                              </m:d>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𝑟𝑖𝑔h𝑡</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acc>
                                    </m:e>
                                  </m:d>
                                </m:e>
                                <m:sup>
                                  <m:r>
                                    <a:rPr lang="en-US" b="0" i="1" smtClean="0">
                                      <a:latin typeface="Cambria Math" panose="02040503050406030204" pitchFamily="18" charset="0"/>
                                    </a:rPr>
                                    <m:t>2</m:t>
                                  </m:r>
                                </m:sup>
                              </m:sSup>
                            </m:e>
                          </m:nary>
                        </m:e>
                      </m:nary>
                    </m:oMath>
                  </m:oMathPara>
                </a14:m>
                <a:endParaRPr lang="en-US" b="0" dirty="0"/>
              </a:p>
              <a:p>
                <a:r>
                  <a:rPr lang="en-US" b="0" dirty="0"/>
                  <a:t>To </a:t>
                </a:r>
                <a:r>
                  <a:rPr lang="en-US" dirty="0"/>
                  <a:t>predict treatment effects, we are more interested in minimizing</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𝑙𝑒𝑓𝑡</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𝑖</m:t>
                                          </m:r>
                                        </m:sub>
                                      </m:sSub>
                                    </m:e>
                                  </m:acc>
                                </m:e>
                              </m:d>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𝑟𝑖𝑔h𝑡</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𝑖</m:t>
                                              </m:r>
                                            </m:sub>
                                          </m:sSub>
                                        </m:e>
                                      </m:acc>
                                    </m:e>
                                  </m:d>
                                </m:e>
                                <m:sup>
                                  <m:r>
                                    <a:rPr lang="en-US" b="0" i="1" smtClean="0">
                                      <a:latin typeface="Cambria Math" panose="02040503050406030204" pitchFamily="18" charset="0"/>
                                    </a:rPr>
                                    <m:t>2</m:t>
                                  </m:r>
                                </m:sup>
                              </m:sSup>
                            </m:e>
                          </m:nary>
                        </m:e>
                      </m:nary>
                    </m:oMath>
                  </m:oMathPara>
                </a14:m>
                <a:endParaRPr lang="en-US" b="0" dirty="0"/>
              </a:p>
              <a:p>
                <a:r>
                  <a:rPr lang="en-US" b="0" dirty="0"/>
                  <a:t>In most cases, this is equivalent to maximizing the variance of predicted treatment effects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𝑖</m:t>
                            </m:r>
                          </m:sub>
                        </m:sSub>
                      </m:e>
                    </m:acc>
                  </m:oMath>
                </a14:m>
                <a:r>
                  <a:rPr lang="en-US" b="0" dirty="0"/>
                  <a:t> across leaves. Why? Predictions discriminate more</a:t>
                </a:r>
              </a:p>
              <a:p>
                <a:r>
                  <a:rPr lang="en-US" dirty="0"/>
                  <a:t>Choose splits to maximize </a:t>
                </a:r>
                <a14:m>
                  <m:oMath xmlns:m="http://schemas.openxmlformats.org/officeDocument/2006/math">
                    <m:r>
                      <a:rPr lang="en-US" b="0" i="1" smtClean="0">
                        <a:latin typeface="Cambria Math" panose="02040503050406030204" pitchFamily="18" charset="0"/>
                      </a:rPr>
                      <m:t>𝑣𝑎𝑟</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𝑖</m:t>
                            </m:r>
                          </m:sub>
                        </m:sSub>
                      </m:e>
                    </m:acc>
                    <m:r>
                      <a:rPr lang="en-US" b="0" i="1" smtClean="0">
                        <a:latin typeface="Cambria Math" panose="02040503050406030204" pitchFamily="18" charset="0"/>
                      </a:rPr>
                      <m:t>)</m:t>
                    </m:r>
                  </m:oMath>
                </a14:m>
                <a:endParaRPr lang="en-US" b="0" dirty="0"/>
              </a:p>
              <a:p>
                <a:endParaRPr lang="en-IN" dirty="0"/>
              </a:p>
            </p:txBody>
          </p:sp>
        </mc:Choice>
        <mc:Fallback xmlns="">
          <p:sp>
            <p:nvSpPr>
              <p:cNvPr id="3" name="Content Placeholder 2">
                <a:extLst>
                  <a:ext uri="{FF2B5EF4-FFF2-40B4-BE49-F238E27FC236}">
                    <a16:creationId xmlns:a16="http://schemas.microsoft.com/office/drawing/2014/main" id="{75368048-1357-7215-9A68-924FBAE2B155}"/>
                  </a:ext>
                </a:extLst>
              </p:cNvPr>
              <p:cNvSpPr>
                <a:spLocks noGrp="1" noRot="1" noChangeAspect="1" noMove="1" noResize="1" noEditPoints="1" noAdjustHandles="1" noChangeArrowheads="1" noChangeShapeType="1" noTextEdit="1"/>
              </p:cNvSpPr>
              <p:nvPr>
                <p:ph idx="1"/>
              </p:nvPr>
            </p:nvSpPr>
            <p:spPr>
              <a:blipFill>
                <a:blip r:embed="rId2"/>
                <a:stretch>
                  <a:fillRect l="-928" t="-3501" b="-1261"/>
                </a:stretch>
              </a:blipFill>
            </p:spPr>
            <p:txBody>
              <a:bodyPr/>
              <a:lstStyle/>
              <a:p>
                <a:r>
                  <a:rPr lang="en-IN">
                    <a:noFill/>
                  </a:rPr>
                  <a:t> </a:t>
                </a:r>
              </a:p>
            </p:txBody>
          </p:sp>
        </mc:Fallback>
      </mc:AlternateContent>
    </p:spTree>
    <p:extLst>
      <p:ext uri="{BB962C8B-B14F-4D97-AF65-F5344CB8AC3E}">
        <p14:creationId xmlns:p14="http://schemas.microsoft.com/office/powerpoint/2010/main" val="9302455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20523-99F6-E72B-FCC1-1BCD1A46C1B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A08457E-0BD9-D34A-CF96-75EA55145E9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252687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A33A9-319C-54CB-1B6F-AEC4642C98ED}"/>
              </a:ext>
            </a:extLst>
          </p:cNvPr>
          <p:cNvSpPr>
            <a:spLocks noGrp="1"/>
          </p:cNvSpPr>
          <p:nvPr>
            <p:ph type="title"/>
          </p:nvPr>
        </p:nvSpPr>
        <p:spPr/>
        <p:txBody>
          <a:bodyPr/>
          <a:lstStyle/>
          <a:p>
            <a:r>
              <a:rPr lang="en-US" dirty="0"/>
              <a:t>Lecture 4: Agricultural policy analysis applications</a:t>
            </a:r>
            <a:endParaRPr lang="en-IN" dirty="0"/>
          </a:p>
        </p:txBody>
      </p:sp>
      <p:sp>
        <p:nvSpPr>
          <p:cNvPr id="3" name="Text Placeholder 2">
            <a:extLst>
              <a:ext uri="{FF2B5EF4-FFF2-40B4-BE49-F238E27FC236}">
                <a16:creationId xmlns:a16="http://schemas.microsoft.com/office/drawing/2014/main" id="{4B0B0337-2E01-C20F-E3C5-3866753564D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1129170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C572B-A056-5D8E-D5D8-704D47BD5F0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9312F79-90E3-9C92-A5A5-1B2F0113772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40270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TotalTime>
  <Words>1363</Words>
  <Application>Microsoft Office PowerPoint</Application>
  <PresentationFormat>Widescreen</PresentationFormat>
  <Paragraphs>186</Paragraphs>
  <Slides>43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Aptos Display</vt:lpstr>
      <vt:lpstr>Arial</vt:lpstr>
      <vt:lpstr>Cambria Math</vt:lpstr>
      <vt:lpstr>Courier New</vt:lpstr>
      <vt:lpstr>Office Theme</vt:lpstr>
      <vt:lpstr>Causal Inference using Machine Learning</vt:lpstr>
      <vt:lpstr>Outline</vt:lpstr>
      <vt:lpstr>Lecture 1: Craft of Causal Econometrics</vt:lpstr>
      <vt:lpstr>Rules of thumb</vt:lpstr>
      <vt:lpstr>Instrumental Variables Rules of Thumb</vt:lpstr>
      <vt:lpstr>Panel data</vt:lpstr>
      <vt:lpstr>Differences in differences rules of thumb</vt:lpstr>
      <vt:lpstr>Lecture 2: Machine learning algorithms commonly used by economists</vt:lpstr>
      <vt:lpstr>Support Vector Machines (SVM)</vt:lpstr>
      <vt:lpstr>Regression and classification trees </vt:lpstr>
      <vt:lpstr>Growing trees: Approach</vt:lpstr>
      <vt:lpstr>Bootstrap aggregating (Bagging)</vt:lpstr>
      <vt:lpstr>From bagging to random forests</vt:lpstr>
      <vt:lpstr>Neural Networks</vt:lpstr>
      <vt:lpstr>Convolutional Neural Nets</vt:lpstr>
      <vt:lpstr>Cross Validation</vt:lpstr>
      <vt:lpstr>K-fold, leave one out, repeated K-fold</vt:lpstr>
      <vt:lpstr>Shrinkage estimators: Ridge, LASSO, post-double LASSO</vt:lpstr>
      <vt:lpstr>Shrinkage in Lagrangian form</vt:lpstr>
      <vt:lpstr>Ridge regression</vt:lpstr>
      <vt:lpstr>LASSO</vt:lpstr>
      <vt:lpstr>LASSO and variable selection</vt:lpstr>
      <vt:lpstr>Other shrinkage estimators</vt:lpstr>
      <vt:lpstr>Post-LASSO</vt:lpstr>
      <vt:lpstr>Post-Double LASSO</vt:lpstr>
      <vt:lpstr>Post Double LASSO Applications</vt:lpstr>
      <vt:lpstr>Causal +ML</vt:lpstr>
      <vt:lpstr>ML. What is it good for? Prediction</vt:lpstr>
      <vt:lpstr>Idea: Use ML to predict counterfactual </vt:lpstr>
      <vt:lpstr>ML as a tool for propensity score estimation </vt:lpstr>
      <vt:lpstr>Boosting </vt:lpstr>
      <vt:lpstr>PowerPoint Presentation</vt:lpstr>
      <vt:lpstr>Lecture 3: Heterogenous Treatment Effects</vt:lpstr>
      <vt:lpstr>Why study heterogenous policy effects?</vt:lpstr>
      <vt:lpstr>But we can study heterogeneity in other ways?</vt:lpstr>
      <vt:lpstr>Modeling challenge</vt:lpstr>
      <vt:lpstr>What should we choose for τ(x)?</vt:lpstr>
      <vt:lpstr>Idea, graphically</vt:lpstr>
      <vt:lpstr>Causal tree method</vt:lpstr>
      <vt:lpstr>Causal tree intuition</vt:lpstr>
      <vt:lpstr>PowerPoint Presentation</vt:lpstr>
      <vt:lpstr>Lecture 4: Agricultural policy analysis applications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Maxwell Mkondiwa</dc:creator>
  <cp:lastModifiedBy>Maxwell Mkondiwa</cp:lastModifiedBy>
  <cp:revision>1</cp:revision>
  <dcterms:created xsi:type="dcterms:W3CDTF">2026-03-21T02:49:12Z</dcterms:created>
  <dcterms:modified xsi:type="dcterms:W3CDTF">2026-03-25T05:50:18Z</dcterms:modified>
</cp:coreProperties>
</file>